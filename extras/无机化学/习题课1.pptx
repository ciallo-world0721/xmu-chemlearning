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91" r:id="rId3"/>
    <p:sldId id="258" r:id="rId4"/>
    <p:sldId id="292" r:id="rId5"/>
    <p:sldId id="260" r:id="rId6"/>
    <p:sldId id="261" r:id="rId7"/>
    <p:sldId id="267" r:id="rId8"/>
    <p:sldId id="293" r:id="rId9"/>
    <p:sldId id="268" r:id="rId10"/>
    <p:sldId id="269" r:id="rId11"/>
    <p:sldId id="270" r:id="rId12"/>
    <p:sldId id="271" r:id="rId13"/>
    <p:sldId id="295" r:id="rId14"/>
    <p:sldId id="290" r:id="rId15"/>
    <p:sldId id="294" r:id="rId16"/>
    <p:sldId id="284" r:id="rId17"/>
    <p:sldId id="28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87" autoAdjust="0"/>
    <p:restoredTop sz="94660"/>
  </p:normalViewPr>
  <p:slideViewPr>
    <p:cSldViewPr snapToGrid="0">
      <p:cViewPr varScale="1">
        <p:scale>
          <a:sx n="74" d="100"/>
          <a:sy n="74" d="100"/>
        </p:scale>
        <p:origin x="669"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FF000-93CE-47D1-80EE-339008B5EF8E}" type="datetimeFigureOut">
              <a:rPr lang="zh-CN" altLang="en-US" smtClean="0"/>
              <a:t>2020/12/23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D70847-9270-4AAF-9A90-C2F17991DFFA}" type="slidenum">
              <a:rPr lang="zh-CN" altLang="en-US" smtClean="0"/>
              <a:t>‹#›</a:t>
            </a:fld>
            <a:endParaRPr lang="zh-CN" altLang="en-US"/>
          </a:p>
        </p:txBody>
      </p:sp>
    </p:spTree>
    <p:extLst>
      <p:ext uri="{BB962C8B-B14F-4D97-AF65-F5344CB8AC3E}">
        <p14:creationId xmlns:p14="http://schemas.microsoft.com/office/powerpoint/2010/main" val="2240655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FE5A6DE-7A42-4035-99D4-EF08B9F2F65E}" type="slidenum">
              <a:rPr lang="zh-CN" altLang="en-US" smtClean="0"/>
              <a:pPr/>
              <a:t>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6C54B7-152C-4DF4-8EC0-DE9F750FC24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6714507-2AF7-41D5-AB9D-3C00945C66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3C7835-079C-4A5D-96E7-88A58E40E83B}"/>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89115876-A912-48DB-B237-37D2EC8F81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CCBBE5-E0C6-4322-8443-AD0DEC62FC05}"/>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2580441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6CE7BD-6361-4C86-8BDC-60E1E283618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394C5DA-CCA9-4CCA-9EB6-8BF08A258CE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FD77477-6B96-4672-A81D-7A70AC7918A1}"/>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FAEC7E63-964B-4BB3-A699-96E3E49690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46E49B-2DBF-44AC-BB2E-94EDB5F50B39}"/>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353694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54983A-BE6C-42C1-98EB-6B5DD3EB535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97E9864-96B7-4DFF-BB91-FD39563986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CE04B33-17B8-41D1-93AF-38650DD4CCA4}"/>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9BEC430B-CA15-4605-B16A-8F0B3F95F7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8488F6-E82E-449A-83AD-21A2D5E9A80C}"/>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1455446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C47B40-4E83-412D-8373-FAB1C5D0598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0679E6-9596-44CA-AF6F-3183F8AA8F9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63FC50-0F95-47B0-A476-9C69EDAC18E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ABA2975-526D-4BBF-9E8E-E738E56CA3A8}"/>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6" name="页脚占位符 5">
            <a:extLst>
              <a:ext uri="{FF2B5EF4-FFF2-40B4-BE49-F238E27FC236}">
                <a16:creationId xmlns:a16="http://schemas.microsoft.com/office/drawing/2014/main" id="{C207970B-5856-4FC2-B389-EFC134282A1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B216F6-25DC-4361-BF0E-E4AABD833ABA}"/>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907512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20DC0-6A20-4F72-9D21-46380E6DDC7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16DF37B-1B5D-40D0-9FBD-7C7AF68399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1947AB0-FEA3-4339-8726-0AB7C7309D3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F8BD399-F6C6-46DD-8C7A-998BF88852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561D578-C6CA-4C4B-B564-5F94E75EB36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B9677AF-8F9C-4958-96A7-778BCBD822DA}"/>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8" name="页脚占位符 7">
            <a:extLst>
              <a:ext uri="{FF2B5EF4-FFF2-40B4-BE49-F238E27FC236}">
                <a16:creationId xmlns:a16="http://schemas.microsoft.com/office/drawing/2014/main" id="{19C215C0-C124-4E50-A6B6-AA60EA5DCBF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CC232C3-ED7B-49EA-B687-0445F4475AA0}"/>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138467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B54AF-A0D7-4F8A-B4C2-5C681F55CBE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49F25C3-2259-4FDF-B99E-C081828A8896}"/>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4" name="页脚占位符 3">
            <a:extLst>
              <a:ext uri="{FF2B5EF4-FFF2-40B4-BE49-F238E27FC236}">
                <a16:creationId xmlns:a16="http://schemas.microsoft.com/office/drawing/2014/main" id="{7025CC4A-4C0A-4C36-AC67-B32E49E3A03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1E4C403-1554-41FF-A13C-FD86FE168215}"/>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1924911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8101CB9-4A4D-49D2-BF95-1F8F997A8690}"/>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3" name="页脚占位符 2">
            <a:extLst>
              <a:ext uri="{FF2B5EF4-FFF2-40B4-BE49-F238E27FC236}">
                <a16:creationId xmlns:a16="http://schemas.microsoft.com/office/drawing/2014/main" id="{C6FAA919-95A2-4C4B-9157-3A815DF2E8D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D157D11-F46B-475E-A5AD-CC5ED7BF688D}"/>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2603199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30467-B8F7-4CF6-83BF-C7CD1BFBE01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2DFA11-21BE-4988-B3D9-4B7D21FF5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EFB8CD4-2AAF-41FD-A3C9-32B8044CA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39E250-54C1-4ACC-A9AB-FF8D1EDF10C1}"/>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6" name="页脚占位符 5">
            <a:extLst>
              <a:ext uri="{FF2B5EF4-FFF2-40B4-BE49-F238E27FC236}">
                <a16:creationId xmlns:a16="http://schemas.microsoft.com/office/drawing/2014/main" id="{412FEA49-0598-4A18-8E94-74F106B664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A4E23B-AF53-45C7-8D0C-CB40ED03F144}"/>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3358782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C81AF6-EA3E-4EE1-9546-A4B4DB34632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E3A743D-E5C0-4031-B2BA-39DB9C557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10510E2-ECDE-4C93-95FA-63B0E9B9C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EFA902-BD7C-435A-846E-FE88DA073A02}"/>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6" name="页脚占位符 5">
            <a:extLst>
              <a:ext uri="{FF2B5EF4-FFF2-40B4-BE49-F238E27FC236}">
                <a16:creationId xmlns:a16="http://schemas.microsoft.com/office/drawing/2014/main" id="{D26094B7-2EAA-4EDB-BF6F-2868B5E75DA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2F127B-632D-49D8-A37F-FEA7EE94954D}"/>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1950620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3C342-847C-47FF-80FB-778D61E512C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51AB4F-AF2B-40E6-9035-7F7B150199B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019612-E99B-436E-939C-86BAE0F19236}"/>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63FD711A-1CA1-41AB-9A38-F74D333922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A0FCFD-3B5E-40EA-93A8-37F1DB329622}"/>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3133280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0583F84-F7A6-438F-A94E-AFD6C2FC286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60A14A2-5879-47CC-9D82-944261BD00B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44DC34-3F04-413F-BC52-97A5E7E555F9}"/>
              </a:ext>
            </a:extLst>
          </p:cNvPr>
          <p:cNvSpPr>
            <a:spLocks noGrp="1"/>
          </p:cNvSpPr>
          <p:nvPr>
            <p:ph type="dt" sz="half" idx="10"/>
          </p:nvPr>
        </p:nvSpPr>
        <p:spPr/>
        <p:txBody>
          <a:body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0B32896B-94AB-4755-9993-CA1E94B0DE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E27992-DAB1-420B-A4B3-338FE39B4FD1}"/>
              </a:ext>
            </a:extLst>
          </p:cNvPr>
          <p:cNvSpPr>
            <a:spLocks noGrp="1"/>
          </p:cNvSpPr>
          <p:nvPr>
            <p:ph type="sldNum" sz="quarter" idx="12"/>
          </p:nvPr>
        </p:nvSpPr>
        <p:spPr/>
        <p:txBody>
          <a:body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754817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9D8B59D-8465-4D27-ABAA-D80D8EEE98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238FAA1-1184-49C9-AAEB-CA4CE25BB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F988A1-D196-4CD7-8204-E28AB52E0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C11057-5068-4DAE-829E-225DDCE4E27A}" type="datetimeFigureOut">
              <a:rPr lang="zh-CN" altLang="en-US" smtClean="0"/>
              <a:t>2020/12/23</a:t>
            </a:fld>
            <a:endParaRPr lang="zh-CN" altLang="en-US"/>
          </a:p>
        </p:txBody>
      </p:sp>
      <p:sp>
        <p:nvSpPr>
          <p:cNvPr id="5" name="页脚占位符 4">
            <a:extLst>
              <a:ext uri="{FF2B5EF4-FFF2-40B4-BE49-F238E27FC236}">
                <a16:creationId xmlns:a16="http://schemas.microsoft.com/office/drawing/2014/main" id="{E667DF6D-DB99-4638-A84B-C60BCBF52D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5F623F7-9A75-4162-9781-97D698D9E1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E056BD-A4FF-4CC6-BBA7-E87292982564}" type="slidenum">
              <a:rPr lang="zh-CN" altLang="en-US" smtClean="0"/>
              <a:t>‹#›</a:t>
            </a:fld>
            <a:endParaRPr lang="zh-CN" altLang="en-US"/>
          </a:p>
        </p:txBody>
      </p:sp>
    </p:spTree>
    <p:extLst>
      <p:ext uri="{BB962C8B-B14F-4D97-AF65-F5344CB8AC3E}">
        <p14:creationId xmlns:p14="http://schemas.microsoft.com/office/powerpoint/2010/main" val="3568724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5" Type="http://schemas.openxmlformats.org/officeDocument/2006/relationships/image" Target="../media/image7.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4.bin"/><Relationship Id="rId18" Type="http://schemas.openxmlformats.org/officeDocument/2006/relationships/image" Target="../media/image20.wmf"/><Relationship Id="rId3" Type="http://schemas.openxmlformats.org/officeDocument/2006/relationships/oleObject" Target="../embeddings/oleObject9.bin"/><Relationship Id="rId21" Type="http://schemas.openxmlformats.org/officeDocument/2006/relationships/oleObject" Target="../embeddings/oleObject18.bin"/><Relationship Id="rId7" Type="http://schemas.openxmlformats.org/officeDocument/2006/relationships/oleObject" Target="../embeddings/oleObject11.bin"/><Relationship Id="rId12" Type="http://schemas.openxmlformats.org/officeDocument/2006/relationships/image" Target="../media/image17.wmf"/><Relationship Id="rId17" Type="http://schemas.openxmlformats.org/officeDocument/2006/relationships/oleObject" Target="../embeddings/oleObject16.bin"/><Relationship Id="rId2" Type="http://schemas.openxmlformats.org/officeDocument/2006/relationships/notesSlide" Target="../notesSlides/notesSlide1.xml"/><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6.wmf"/><Relationship Id="rId19" Type="http://schemas.openxmlformats.org/officeDocument/2006/relationships/oleObject" Target="../embeddings/oleObject17.bin"/><Relationship Id="rId4" Type="http://schemas.openxmlformats.org/officeDocument/2006/relationships/image" Target="../media/image13.wmf"/><Relationship Id="rId9" Type="http://schemas.openxmlformats.org/officeDocument/2006/relationships/oleObject" Target="../embeddings/oleObject12.bin"/><Relationship Id="rId14" Type="http://schemas.openxmlformats.org/officeDocument/2006/relationships/image" Target="../media/image18.wmf"/><Relationship Id="rId22" Type="http://schemas.openxmlformats.org/officeDocument/2006/relationships/image" Target="../media/image22.wmf"/></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9.wmf"/><Relationship Id="rId18" Type="http://schemas.openxmlformats.org/officeDocument/2006/relationships/oleObject" Target="../embeddings/oleObject27.bin"/><Relationship Id="rId3" Type="http://schemas.openxmlformats.org/officeDocument/2006/relationships/image" Target="../media/image24.wmf"/><Relationship Id="rId21" Type="http://schemas.openxmlformats.org/officeDocument/2006/relationships/image" Target="../media/image33.wmf"/><Relationship Id="rId7" Type="http://schemas.openxmlformats.org/officeDocument/2006/relationships/image" Target="../media/image26.wmf"/><Relationship Id="rId12" Type="http://schemas.openxmlformats.org/officeDocument/2006/relationships/oleObject" Target="../embeddings/oleObject24.bin"/><Relationship Id="rId17" Type="http://schemas.openxmlformats.org/officeDocument/2006/relationships/image" Target="../media/image31.w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23" Type="http://schemas.openxmlformats.org/officeDocument/2006/relationships/image" Target="../media/image34.wmf"/><Relationship Id="rId10" Type="http://schemas.openxmlformats.org/officeDocument/2006/relationships/oleObject" Target="../embeddings/oleObject23.bin"/><Relationship Id="rId19" Type="http://schemas.openxmlformats.org/officeDocument/2006/relationships/image" Target="../media/image32.wmf"/><Relationship Id="rId4" Type="http://schemas.openxmlformats.org/officeDocument/2006/relationships/oleObject" Target="../embeddings/oleObject20.bin"/><Relationship Id="rId9" Type="http://schemas.openxmlformats.org/officeDocument/2006/relationships/image" Target="../media/image27.wmf"/><Relationship Id="rId14" Type="http://schemas.openxmlformats.org/officeDocument/2006/relationships/oleObject" Target="../embeddings/oleObject25.bin"/><Relationship Id="rId22" Type="http://schemas.openxmlformats.org/officeDocument/2006/relationships/oleObject" Target="../embeddings/oleObject29.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36.wmf"/><Relationship Id="rId4" Type="http://schemas.openxmlformats.org/officeDocument/2006/relationships/oleObject" Target="../embeddings/oleObject31.bin"/><Relationship Id="rId9" Type="http://schemas.openxmlformats.org/officeDocument/2006/relationships/image" Target="../media/image38.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40.wmf"/><Relationship Id="rId4" Type="http://schemas.openxmlformats.org/officeDocument/2006/relationships/oleObject" Target="../embeddings/oleObject35.bin"/><Relationship Id="rId9" Type="http://schemas.openxmlformats.org/officeDocument/2006/relationships/image" Target="../media/image42.wmf"/></Relationships>
</file>

<file path=ppt/slides/_rels/slide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9.wmf"/><Relationship Id="rId18" Type="http://schemas.openxmlformats.org/officeDocument/2006/relationships/oleObject" Target="../embeddings/oleObject46.bin"/><Relationship Id="rId3" Type="http://schemas.openxmlformats.org/officeDocument/2006/relationships/image" Target="../media/image44.wmf"/><Relationship Id="rId21" Type="http://schemas.openxmlformats.org/officeDocument/2006/relationships/image" Target="../media/image53.wmf"/><Relationship Id="rId7" Type="http://schemas.openxmlformats.org/officeDocument/2006/relationships/image" Target="../media/image46.wmf"/><Relationship Id="rId12" Type="http://schemas.openxmlformats.org/officeDocument/2006/relationships/oleObject" Target="../embeddings/oleObject43.bin"/><Relationship Id="rId17" Type="http://schemas.openxmlformats.org/officeDocument/2006/relationships/image" Target="../media/image51.wmf"/><Relationship Id="rId2" Type="http://schemas.openxmlformats.org/officeDocument/2006/relationships/oleObject" Target="../embeddings/oleObject38.bin"/><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0.wmf"/><Relationship Id="rId23" Type="http://schemas.openxmlformats.org/officeDocument/2006/relationships/image" Target="../media/image54.wmf"/><Relationship Id="rId10" Type="http://schemas.openxmlformats.org/officeDocument/2006/relationships/oleObject" Target="../embeddings/oleObject42.bin"/><Relationship Id="rId19" Type="http://schemas.openxmlformats.org/officeDocument/2006/relationships/image" Target="../media/image52.wmf"/><Relationship Id="rId4" Type="http://schemas.openxmlformats.org/officeDocument/2006/relationships/oleObject" Target="../embeddings/oleObject39.bin"/><Relationship Id="rId9" Type="http://schemas.openxmlformats.org/officeDocument/2006/relationships/image" Target="../media/image47.wmf"/><Relationship Id="rId14" Type="http://schemas.openxmlformats.org/officeDocument/2006/relationships/oleObject" Target="../embeddings/oleObject44.bin"/><Relationship Id="rId22" Type="http://schemas.openxmlformats.org/officeDocument/2006/relationships/oleObject" Target="../embeddings/oleObject48.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49.wmf"/><Relationship Id="rId18" Type="http://schemas.openxmlformats.org/officeDocument/2006/relationships/oleObject" Target="../embeddings/oleObject57.bin"/><Relationship Id="rId3" Type="http://schemas.openxmlformats.org/officeDocument/2006/relationships/image" Target="../media/image55.wmf"/><Relationship Id="rId21" Type="http://schemas.openxmlformats.org/officeDocument/2006/relationships/image" Target="../media/image59.wmf"/><Relationship Id="rId7" Type="http://schemas.openxmlformats.org/officeDocument/2006/relationships/image" Target="../media/image46.wmf"/><Relationship Id="rId12" Type="http://schemas.openxmlformats.org/officeDocument/2006/relationships/oleObject" Target="../embeddings/oleObject54.bin"/><Relationship Id="rId17" Type="http://schemas.openxmlformats.org/officeDocument/2006/relationships/image" Target="../media/image57.wmf"/><Relationship Id="rId2" Type="http://schemas.openxmlformats.org/officeDocument/2006/relationships/oleObject" Target="../embeddings/oleObject49.bin"/><Relationship Id="rId16" Type="http://schemas.openxmlformats.org/officeDocument/2006/relationships/oleObject" Target="../embeddings/oleObject56.bin"/><Relationship Id="rId20" Type="http://schemas.openxmlformats.org/officeDocument/2006/relationships/oleObject" Target="../embeddings/oleObject58.bin"/><Relationship Id="rId1" Type="http://schemas.openxmlformats.org/officeDocument/2006/relationships/slideLayout" Target="../slideLayouts/slideLayout2.xml"/><Relationship Id="rId6" Type="http://schemas.openxmlformats.org/officeDocument/2006/relationships/oleObject" Target="../embeddings/oleObject51.bin"/><Relationship Id="rId11" Type="http://schemas.openxmlformats.org/officeDocument/2006/relationships/image" Target="../media/image48.wmf"/><Relationship Id="rId5" Type="http://schemas.openxmlformats.org/officeDocument/2006/relationships/image" Target="../media/image45.wmf"/><Relationship Id="rId15" Type="http://schemas.openxmlformats.org/officeDocument/2006/relationships/image" Target="../media/image56.wmf"/><Relationship Id="rId10" Type="http://schemas.openxmlformats.org/officeDocument/2006/relationships/oleObject" Target="../embeddings/oleObject53.bin"/><Relationship Id="rId19" Type="http://schemas.openxmlformats.org/officeDocument/2006/relationships/image" Target="../media/image58.wmf"/><Relationship Id="rId4" Type="http://schemas.openxmlformats.org/officeDocument/2006/relationships/oleObject" Target="../embeddings/oleObject50.bin"/><Relationship Id="rId9" Type="http://schemas.openxmlformats.org/officeDocument/2006/relationships/image" Target="../media/image47.wmf"/><Relationship Id="rId14" Type="http://schemas.openxmlformats.org/officeDocument/2006/relationships/oleObject" Target="../embeddings/oleObject5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59.bin"/><Relationship Id="rId1" Type="http://schemas.openxmlformats.org/officeDocument/2006/relationships/slideLayout" Target="../slideLayouts/slideLayout2.xml"/><Relationship Id="rId6" Type="http://schemas.openxmlformats.org/officeDocument/2006/relationships/oleObject" Target="../embeddings/oleObject61.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63.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oleObject" Target="../embeddings/oleObject69.bin"/><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6.bin"/><Relationship Id="rId11" Type="http://schemas.openxmlformats.org/officeDocument/2006/relationships/image" Target="../media/image69.wmf"/><Relationship Id="rId5" Type="http://schemas.openxmlformats.org/officeDocument/2006/relationships/image" Target="../media/image66.wmf"/><Relationship Id="rId15" Type="http://schemas.openxmlformats.org/officeDocument/2006/relationships/image" Target="../media/image71.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68.wmf"/><Relationship Id="rId14" Type="http://schemas.openxmlformats.org/officeDocument/2006/relationships/oleObject" Target="../embeddings/oleObject70.bin"/></Relationships>
</file>

<file path=ppt/slides/_rels/slide1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png"/></Relationships>
</file>

<file path=ppt/slides/_rels/slide1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1.bin"/><Relationship Id="rId7" Type="http://schemas.openxmlformats.org/officeDocument/2006/relationships/image" Target="../media/image107.png"/><Relationship Id="rId2" Type="http://schemas.openxmlformats.org/officeDocument/2006/relationships/image" Target="../media/image109.png"/><Relationship Id="rId1" Type="http://schemas.openxmlformats.org/officeDocument/2006/relationships/slideLayout" Target="../slideLayouts/slideLayout1.xml"/><Relationship Id="rId6" Type="http://schemas.openxmlformats.org/officeDocument/2006/relationships/image" Target="../media/image79.wmf"/><Relationship Id="rId5" Type="http://schemas.openxmlformats.org/officeDocument/2006/relationships/oleObject" Target="../embeddings/oleObject72.bin"/><Relationship Id="rId4" Type="http://schemas.openxmlformats.org/officeDocument/2006/relationships/image" Target="../media/image7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2238348" y="857232"/>
          <a:ext cx="6000792" cy="349786"/>
        </p:xfrm>
        <a:graphic>
          <a:graphicData uri="http://schemas.openxmlformats.org/presentationml/2006/ole">
            <mc:AlternateContent xmlns:mc="http://schemas.openxmlformats.org/markup-compatibility/2006">
              <mc:Choice xmlns:v="urn:schemas-microsoft-com:vml" Requires="v">
                <p:oleObj name="公式" r:id="rId2" imgW="4140000" imgH="241200" progId="Equation.3">
                  <p:embed/>
                </p:oleObj>
              </mc:Choice>
              <mc:Fallback>
                <p:oleObj name="公式" r:id="rId2" imgW="4140000" imgH="241200" progId="Equation.3">
                  <p:embed/>
                  <p:pic>
                    <p:nvPicPr>
                      <p:cNvPr id="4"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48" y="857232"/>
                        <a:ext cx="6000792" cy="3497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1809721" y="285728"/>
            <a:ext cx="5182829" cy="400110"/>
          </a:xfrm>
          <a:prstGeom prst="rect">
            <a:avLst/>
          </a:prstGeom>
          <a:noFill/>
        </p:spPr>
        <p:txBody>
          <a:bodyPr wrap="none" rtlCol="0">
            <a:spAutoFit/>
          </a:bodyPr>
          <a:lstStyle/>
          <a:p>
            <a:r>
              <a:rPr lang="en-US" altLang="zh-CN" sz="2000" dirty="0">
                <a:solidFill>
                  <a:srgbClr val="FF0000"/>
                </a:solidFill>
              </a:rPr>
              <a:t>7.3 </a:t>
            </a:r>
            <a:r>
              <a:rPr lang="zh-CN" altLang="en-US" sz="2000" dirty="0">
                <a:solidFill>
                  <a:srgbClr val="FF0000"/>
                </a:solidFill>
              </a:rPr>
              <a:t>写出下列原电池的电极反应和电池反应：</a:t>
            </a:r>
          </a:p>
        </p:txBody>
      </p:sp>
      <p:graphicFrame>
        <p:nvGraphicFramePr>
          <p:cNvPr id="1027" name="Object 3"/>
          <p:cNvGraphicFramePr>
            <a:graphicFrameLocks noChangeAspect="1"/>
          </p:cNvGraphicFramePr>
          <p:nvPr/>
        </p:nvGraphicFramePr>
        <p:xfrm>
          <a:off x="2024034" y="1357299"/>
          <a:ext cx="8572561" cy="316937"/>
        </p:xfrm>
        <a:graphic>
          <a:graphicData uri="http://schemas.openxmlformats.org/presentationml/2006/ole">
            <mc:AlternateContent xmlns:mc="http://schemas.openxmlformats.org/markup-compatibility/2006">
              <mc:Choice xmlns:v="urn:schemas-microsoft-com:vml" Requires="v">
                <p:oleObj name="公式" r:id="rId4" imgW="6527520" imgH="241200" progId="Equation.3">
                  <p:embed/>
                </p:oleObj>
              </mc:Choice>
              <mc:Fallback>
                <p:oleObj name="公式" r:id="rId4" imgW="6527520" imgH="241200" progId="Equation.3">
                  <p:embed/>
                  <p:pic>
                    <p:nvPicPr>
                      <p:cNvPr id="10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4034" y="1357299"/>
                        <a:ext cx="8572561" cy="316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666845" y="857232"/>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sp>
        <p:nvSpPr>
          <p:cNvPr id="8" name="TextBox 7"/>
          <p:cNvSpPr txBox="1"/>
          <p:nvPr/>
        </p:nvSpPr>
        <p:spPr>
          <a:xfrm>
            <a:off x="1452531" y="1345156"/>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pSp>
        <p:nvGrpSpPr>
          <p:cNvPr id="25" name="组合 24"/>
          <p:cNvGrpSpPr/>
          <p:nvPr/>
        </p:nvGrpSpPr>
        <p:grpSpPr>
          <a:xfrm>
            <a:off x="2095473" y="2285992"/>
            <a:ext cx="5021275" cy="1440902"/>
            <a:chOff x="571472" y="2285992"/>
            <a:chExt cx="5021275" cy="1440902"/>
          </a:xfrm>
        </p:grpSpPr>
        <p:sp>
          <p:nvSpPr>
            <p:cNvPr id="10" name="TextBox 9"/>
            <p:cNvSpPr txBox="1"/>
            <p:nvPr/>
          </p:nvSpPr>
          <p:spPr>
            <a:xfrm>
              <a:off x="571472" y="2285992"/>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sp>
          <p:nvSpPr>
            <p:cNvPr id="11" name="TextBox 10"/>
            <p:cNvSpPr txBox="1"/>
            <p:nvPr/>
          </p:nvSpPr>
          <p:spPr>
            <a:xfrm>
              <a:off x="1428728" y="2428868"/>
              <a:ext cx="646331" cy="369332"/>
            </a:xfrm>
            <a:prstGeom prst="rect">
              <a:avLst/>
            </a:prstGeom>
            <a:noFill/>
          </p:spPr>
          <p:txBody>
            <a:bodyPr wrap="none" rtlCol="0">
              <a:spAutoFit/>
            </a:bodyPr>
            <a:lstStyle/>
            <a:p>
              <a:r>
                <a:rPr lang="zh-CN" altLang="en-US" dirty="0"/>
                <a:t>正极</a:t>
              </a:r>
            </a:p>
          </p:txBody>
        </p:sp>
        <p:graphicFrame>
          <p:nvGraphicFramePr>
            <p:cNvPr id="12" name="对象 11"/>
            <p:cNvGraphicFramePr>
              <a:graphicFrameLocks noChangeAspect="1"/>
            </p:cNvGraphicFramePr>
            <p:nvPr/>
          </p:nvGraphicFramePr>
          <p:xfrm>
            <a:off x="2214546" y="2357430"/>
            <a:ext cx="2071702" cy="418748"/>
          </p:xfrm>
          <a:graphic>
            <a:graphicData uri="http://schemas.openxmlformats.org/presentationml/2006/ole">
              <mc:AlternateContent xmlns:mc="http://schemas.openxmlformats.org/markup-compatibility/2006">
                <mc:Choice xmlns:v="urn:schemas-microsoft-com:vml" Requires="v">
                  <p:oleObj name="公式" r:id="rId6" imgW="1193760" imgH="241200" progId="Equation.3">
                    <p:embed/>
                  </p:oleObj>
                </mc:Choice>
                <mc:Fallback>
                  <p:oleObj name="公式" r:id="rId6" imgW="1193760" imgH="241200" progId="Equation.3">
                    <p:embed/>
                    <p:pic>
                      <p:nvPicPr>
                        <p:cNvPr id="12"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4546" y="2357430"/>
                          <a:ext cx="2071702" cy="4187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1428728" y="2857496"/>
              <a:ext cx="646331" cy="369332"/>
            </a:xfrm>
            <a:prstGeom prst="rect">
              <a:avLst/>
            </a:prstGeom>
            <a:noFill/>
          </p:spPr>
          <p:txBody>
            <a:bodyPr wrap="none" rtlCol="0">
              <a:spAutoFit/>
            </a:bodyPr>
            <a:lstStyle/>
            <a:p>
              <a:r>
                <a:rPr lang="zh-CN" altLang="en-US" dirty="0"/>
                <a:t>负极</a:t>
              </a:r>
            </a:p>
          </p:txBody>
        </p:sp>
        <p:graphicFrame>
          <p:nvGraphicFramePr>
            <p:cNvPr id="1029" name="Object 5"/>
            <p:cNvGraphicFramePr>
              <a:graphicFrameLocks noChangeAspect="1"/>
            </p:cNvGraphicFramePr>
            <p:nvPr/>
          </p:nvGraphicFramePr>
          <p:xfrm>
            <a:off x="2182813" y="2819400"/>
            <a:ext cx="2136775" cy="352425"/>
          </p:xfrm>
          <a:graphic>
            <a:graphicData uri="http://schemas.openxmlformats.org/presentationml/2006/ole">
              <mc:AlternateContent xmlns:mc="http://schemas.openxmlformats.org/markup-compatibility/2006">
                <mc:Choice xmlns:v="urn:schemas-microsoft-com:vml" Requires="v">
                  <p:oleObj name="公式" r:id="rId8" imgW="1231560" imgH="203040" progId="Equation.3">
                    <p:embed/>
                  </p:oleObj>
                </mc:Choice>
                <mc:Fallback>
                  <p:oleObj name="公式" r:id="rId8" imgW="1231560" imgH="203040" progId="Equation.3">
                    <p:embed/>
                    <p:pic>
                      <p:nvPicPr>
                        <p:cNvPr id="1029"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82813" y="2819400"/>
                          <a:ext cx="2136775"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1142976" y="3357562"/>
              <a:ext cx="1107996" cy="369332"/>
            </a:xfrm>
            <a:prstGeom prst="rect">
              <a:avLst/>
            </a:prstGeom>
            <a:noFill/>
          </p:spPr>
          <p:txBody>
            <a:bodyPr wrap="none" rtlCol="0">
              <a:spAutoFit/>
            </a:bodyPr>
            <a:lstStyle/>
            <a:p>
              <a:r>
                <a:rPr lang="zh-CN" altLang="en-US" dirty="0"/>
                <a:t>电池反应</a:t>
              </a:r>
            </a:p>
          </p:txBody>
        </p:sp>
        <p:graphicFrame>
          <p:nvGraphicFramePr>
            <p:cNvPr id="1031" name="Object 7"/>
            <p:cNvGraphicFramePr>
              <a:graphicFrameLocks noChangeAspect="1"/>
            </p:cNvGraphicFramePr>
            <p:nvPr/>
          </p:nvGraphicFramePr>
          <p:xfrm>
            <a:off x="2285984" y="3295652"/>
            <a:ext cx="3306763" cy="419100"/>
          </p:xfrm>
          <a:graphic>
            <a:graphicData uri="http://schemas.openxmlformats.org/presentationml/2006/ole">
              <mc:AlternateContent xmlns:mc="http://schemas.openxmlformats.org/markup-compatibility/2006">
                <mc:Choice xmlns:v="urn:schemas-microsoft-com:vml" Requires="v">
                  <p:oleObj name="公式" r:id="rId10" imgW="1904760" imgH="241200" progId="Equation.3">
                    <p:embed/>
                  </p:oleObj>
                </mc:Choice>
                <mc:Fallback>
                  <p:oleObj name="公式" r:id="rId10" imgW="1904760" imgH="241200" progId="Equation.3">
                    <p:embed/>
                    <p:pic>
                      <p:nvPicPr>
                        <p:cNvPr id="103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5984" y="3295652"/>
                          <a:ext cx="330676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 name="组合 25"/>
          <p:cNvGrpSpPr/>
          <p:nvPr/>
        </p:nvGrpSpPr>
        <p:grpSpPr>
          <a:xfrm>
            <a:off x="2095472" y="4000504"/>
            <a:ext cx="6250016" cy="1714512"/>
            <a:chOff x="571472" y="4000504"/>
            <a:chExt cx="6250016" cy="1714512"/>
          </a:xfrm>
        </p:grpSpPr>
        <p:sp>
          <p:nvSpPr>
            <p:cNvPr id="18" name="TextBox 17"/>
            <p:cNvSpPr txBox="1"/>
            <p:nvPr/>
          </p:nvSpPr>
          <p:spPr>
            <a:xfrm>
              <a:off x="571472" y="4000504"/>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sp>
          <p:nvSpPr>
            <p:cNvPr id="19" name="TextBox 18"/>
            <p:cNvSpPr txBox="1"/>
            <p:nvPr/>
          </p:nvSpPr>
          <p:spPr>
            <a:xfrm>
              <a:off x="1428728" y="4286256"/>
              <a:ext cx="646331" cy="369332"/>
            </a:xfrm>
            <a:prstGeom prst="rect">
              <a:avLst/>
            </a:prstGeom>
            <a:noFill/>
          </p:spPr>
          <p:txBody>
            <a:bodyPr wrap="none" rtlCol="0">
              <a:spAutoFit/>
            </a:bodyPr>
            <a:lstStyle/>
            <a:p>
              <a:r>
                <a:rPr lang="zh-CN" altLang="en-US" dirty="0"/>
                <a:t>正极</a:t>
              </a:r>
            </a:p>
          </p:txBody>
        </p:sp>
        <p:graphicFrame>
          <p:nvGraphicFramePr>
            <p:cNvPr id="1032" name="Object 8"/>
            <p:cNvGraphicFramePr>
              <a:graphicFrameLocks noChangeAspect="1"/>
            </p:cNvGraphicFramePr>
            <p:nvPr/>
          </p:nvGraphicFramePr>
          <p:xfrm>
            <a:off x="2285984" y="4786322"/>
            <a:ext cx="2071687" cy="419100"/>
          </p:xfrm>
          <a:graphic>
            <a:graphicData uri="http://schemas.openxmlformats.org/presentationml/2006/ole">
              <mc:AlternateContent xmlns:mc="http://schemas.openxmlformats.org/markup-compatibility/2006">
                <mc:Choice xmlns:v="urn:schemas-microsoft-com:vml" Requires="v">
                  <p:oleObj name="公式" r:id="rId12" imgW="1193760" imgH="241200" progId="Equation.3">
                    <p:embed/>
                  </p:oleObj>
                </mc:Choice>
                <mc:Fallback>
                  <p:oleObj name="公式" r:id="rId12" imgW="1193760" imgH="241200" progId="Equation.3">
                    <p:embed/>
                    <p:pic>
                      <p:nvPicPr>
                        <p:cNvPr id="1032"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85984" y="4786322"/>
                          <a:ext cx="2071687"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1428728" y="4857760"/>
              <a:ext cx="646331" cy="369332"/>
            </a:xfrm>
            <a:prstGeom prst="rect">
              <a:avLst/>
            </a:prstGeom>
            <a:noFill/>
          </p:spPr>
          <p:txBody>
            <a:bodyPr wrap="none" rtlCol="0">
              <a:spAutoFit/>
            </a:bodyPr>
            <a:lstStyle/>
            <a:p>
              <a:r>
                <a:rPr lang="zh-CN" altLang="en-US" dirty="0"/>
                <a:t>负极</a:t>
              </a:r>
            </a:p>
          </p:txBody>
        </p:sp>
        <p:graphicFrame>
          <p:nvGraphicFramePr>
            <p:cNvPr id="1033" name="Object 9"/>
            <p:cNvGraphicFramePr>
              <a:graphicFrameLocks noChangeAspect="1"/>
            </p:cNvGraphicFramePr>
            <p:nvPr/>
          </p:nvGraphicFramePr>
          <p:xfrm>
            <a:off x="2190764" y="4214818"/>
            <a:ext cx="4452938" cy="419100"/>
          </p:xfrm>
          <a:graphic>
            <a:graphicData uri="http://schemas.openxmlformats.org/presentationml/2006/ole">
              <mc:AlternateContent xmlns:mc="http://schemas.openxmlformats.org/markup-compatibility/2006">
                <mc:Choice xmlns:v="urn:schemas-microsoft-com:vml" Requires="v">
                  <p:oleObj name="公式" r:id="rId14" imgW="2565360" imgH="241200" progId="Equation.3">
                    <p:embed/>
                  </p:oleObj>
                </mc:Choice>
                <mc:Fallback>
                  <p:oleObj name="公式" r:id="rId14" imgW="2565360" imgH="241200" progId="Equation.3">
                    <p:embed/>
                    <p:pic>
                      <p:nvPicPr>
                        <p:cNvPr id="1033"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90764" y="4214818"/>
                          <a:ext cx="4452938"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1214414" y="5345684"/>
              <a:ext cx="1107996" cy="369332"/>
            </a:xfrm>
            <a:prstGeom prst="rect">
              <a:avLst/>
            </a:prstGeom>
            <a:noFill/>
          </p:spPr>
          <p:txBody>
            <a:bodyPr wrap="none" rtlCol="0">
              <a:spAutoFit/>
            </a:bodyPr>
            <a:lstStyle/>
            <a:p>
              <a:r>
                <a:rPr lang="zh-CN" altLang="en-US" dirty="0"/>
                <a:t>电池反应</a:t>
              </a:r>
            </a:p>
          </p:txBody>
        </p:sp>
        <p:graphicFrame>
          <p:nvGraphicFramePr>
            <p:cNvPr id="1034" name="Object 10"/>
            <p:cNvGraphicFramePr>
              <a:graphicFrameLocks noChangeAspect="1"/>
            </p:cNvGraphicFramePr>
            <p:nvPr/>
          </p:nvGraphicFramePr>
          <p:xfrm>
            <a:off x="2346325" y="5286375"/>
            <a:ext cx="4475163" cy="419100"/>
          </p:xfrm>
          <a:graphic>
            <a:graphicData uri="http://schemas.openxmlformats.org/presentationml/2006/ole">
              <mc:AlternateContent xmlns:mc="http://schemas.openxmlformats.org/markup-compatibility/2006">
                <mc:Choice xmlns:v="urn:schemas-microsoft-com:vml" Requires="v">
                  <p:oleObj name="公式" r:id="rId16" imgW="2577960" imgH="241200" progId="Equation.3">
                    <p:embed/>
                  </p:oleObj>
                </mc:Choice>
                <mc:Fallback>
                  <p:oleObj name="公式" r:id="rId16" imgW="2577960" imgH="241200" progId="Equation.3">
                    <p:embed/>
                    <p:pic>
                      <p:nvPicPr>
                        <p:cNvPr id="1034"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46325" y="5286375"/>
                          <a:ext cx="447516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 name="组合 23"/>
          <p:cNvGrpSpPr/>
          <p:nvPr/>
        </p:nvGrpSpPr>
        <p:grpSpPr>
          <a:xfrm>
            <a:off x="1809720" y="1857364"/>
            <a:ext cx="8566756" cy="737534"/>
            <a:chOff x="285720" y="1857364"/>
            <a:chExt cx="8566756" cy="737534"/>
          </a:xfrm>
        </p:grpSpPr>
        <p:sp>
          <p:nvSpPr>
            <p:cNvPr id="9" name="TextBox 8"/>
            <p:cNvSpPr txBox="1"/>
            <p:nvPr/>
          </p:nvSpPr>
          <p:spPr>
            <a:xfrm>
              <a:off x="285720" y="1857364"/>
              <a:ext cx="415498" cy="369332"/>
            </a:xfrm>
            <a:prstGeom prst="rect">
              <a:avLst/>
            </a:prstGeom>
            <a:noFill/>
          </p:spPr>
          <p:txBody>
            <a:bodyPr wrap="none" rtlCol="0">
              <a:spAutoFit/>
            </a:bodyPr>
            <a:lstStyle/>
            <a:p>
              <a:r>
                <a:rPr lang="zh-CN" altLang="en-US" dirty="0"/>
                <a:t>解</a:t>
              </a:r>
            </a:p>
          </p:txBody>
        </p:sp>
        <p:sp>
          <p:nvSpPr>
            <p:cNvPr id="22" name="矩形 21"/>
            <p:cNvSpPr/>
            <p:nvPr/>
          </p:nvSpPr>
          <p:spPr>
            <a:xfrm>
              <a:off x="5214942" y="2071678"/>
              <a:ext cx="3637534" cy="523220"/>
            </a:xfrm>
            <a:prstGeom prst="rect">
              <a:avLst/>
            </a:prstGeom>
          </p:spPr>
          <p:txBody>
            <a:bodyPr wrap="none">
              <a:spAutoFit/>
            </a:bodyPr>
            <a:lstStyle/>
            <a:p>
              <a:r>
                <a:rPr lang="zh-CN" altLang="en-US" sz="2800" b="1" dirty="0">
                  <a:solidFill>
                    <a:srgbClr val="FF0000"/>
                  </a:solidFill>
                </a:rPr>
                <a:t>氧化型 </a:t>
              </a:r>
              <a:r>
                <a:rPr lang="en-US" altLang="zh-CN" sz="2800" b="1" dirty="0">
                  <a:solidFill>
                    <a:srgbClr val="FF0000"/>
                  </a:solidFill>
                </a:rPr>
                <a:t>+ </a:t>
              </a:r>
              <a:r>
                <a:rPr lang="en-US" sz="2800" b="1" i="1" dirty="0">
                  <a:solidFill>
                    <a:srgbClr val="FF0000"/>
                  </a:solidFill>
                </a:rPr>
                <a:t>ne</a:t>
              </a:r>
              <a:r>
                <a:rPr lang="en-US" sz="2800" b="1" dirty="0">
                  <a:solidFill>
                    <a:srgbClr val="FF0000"/>
                  </a:solidFill>
                </a:rPr>
                <a:t> = </a:t>
              </a:r>
              <a:r>
                <a:rPr lang="zh-CN" altLang="en-US" sz="2800" b="1" dirty="0">
                  <a:solidFill>
                    <a:srgbClr val="FF0000"/>
                  </a:solidFill>
                </a:rPr>
                <a:t>还原型</a:t>
              </a:r>
              <a:endParaRPr lang="zh-CN" altLang="en-US" sz="28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B258D81F-90D4-4E5C-B2AE-5E2B00C75A59}"/>
              </a:ext>
            </a:extLst>
          </p:cNvPr>
          <p:cNvGrpSpPr/>
          <p:nvPr/>
        </p:nvGrpSpPr>
        <p:grpSpPr>
          <a:xfrm>
            <a:off x="1585400" y="369311"/>
            <a:ext cx="9021200" cy="6119377"/>
            <a:chOff x="1326975" y="435969"/>
            <a:chExt cx="9021200" cy="6119377"/>
          </a:xfrm>
        </p:grpSpPr>
        <p:pic>
          <p:nvPicPr>
            <p:cNvPr id="5" name="图片 4">
              <a:extLst>
                <a:ext uri="{FF2B5EF4-FFF2-40B4-BE49-F238E27FC236}">
                  <a16:creationId xmlns:a16="http://schemas.microsoft.com/office/drawing/2014/main" id="{A46E03CF-00C7-47AC-ABB1-28601678E025}"/>
                </a:ext>
              </a:extLst>
            </p:cNvPr>
            <p:cNvPicPr>
              <a:picLocks noChangeAspect="1"/>
            </p:cNvPicPr>
            <p:nvPr/>
          </p:nvPicPr>
          <p:blipFill>
            <a:blip r:embed="rId2"/>
            <a:stretch>
              <a:fillRect/>
            </a:stretch>
          </p:blipFill>
          <p:spPr>
            <a:xfrm>
              <a:off x="1442434" y="435969"/>
              <a:ext cx="4058093" cy="2867462"/>
            </a:xfrm>
            <a:prstGeom prst="rect">
              <a:avLst/>
            </a:prstGeom>
          </p:spPr>
        </p:pic>
        <p:pic>
          <p:nvPicPr>
            <p:cNvPr id="7" name="图片 6">
              <a:extLst>
                <a:ext uri="{FF2B5EF4-FFF2-40B4-BE49-F238E27FC236}">
                  <a16:creationId xmlns:a16="http://schemas.microsoft.com/office/drawing/2014/main" id="{5F9275F7-2F3B-470C-A38A-172D939F6D24}"/>
                </a:ext>
              </a:extLst>
            </p:cNvPr>
            <p:cNvPicPr>
              <a:picLocks noChangeAspect="1"/>
            </p:cNvPicPr>
            <p:nvPr/>
          </p:nvPicPr>
          <p:blipFill>
            <a:blip r:embed="rId3"/>
            <a:stretch>
              <a:fillRect/>
            </a:stretch>
          </p:blipFill>
          <p:spPr>
            <a:xfrm>
              <a:off x="6096000" y="435969"/>
              <a:ext cx="4252175" cy="2890050"/>
            </a:xfrm>
            <a:prstGeom prst="rect">
              <a:avLst/>
            </a:prstGeom>
          </p:spPr>
        </p:pic>
        <p:pic>
          <p:nvPicPr>
            <p:cNvPr id="9" name="图片 8">
              <a:extLst>
                <a:ext uri="{FF2B5EF4-FFF2-40B4-BE49-F238E27FC236}">
                  <a16:creationId xmlns:a16="http://schemas.microsoft.com/office/drawing/2014/main" id="{6FEC5EFE-3144-40F2-9715-0378D309D163}"/>
                </a:ext>
              </a:extLst>
            </p:cNvPr>
            <p:cNvPicPr>
              <a:picLocks noChangeAspect="1"/>
            </p:cNvPicPr>
            <p:nvPr/>
          </p:nvPicPr>
          <p:blipFill>
            <a:blip r:embed="rId4"/>
            <a:stretch>
              <a:fillRect/>
            </a:stretch>
          </p:blipFill>
          <p:spPr>
            <a:xfrm>
              <a:off x="1326975" y="3348507"/>
              <a:ext cx="4220422" cy="3206839"/>
            </a:xfrm>
            <a:prstGeom prst="rect">
              <a:avLst/>
            </a:prstGeom>
          </p:spPr>
        </p:pic>
        <p:pic>
          <p:nvPicPr>
            <p:cNvPr id="11" name="图片 10">
              <a:extLst>
                <a:ext uri="{FF2B5EF4-FFF2-40B4-BE49-F238E27FC236}">
                  <a16:creationId xmlns:a16="http://schemas.microsoft.com/office/drawing/2014/main" id="{BC9346AE-D238-4406-AC58-235995A0956F}"/>
                </a:ext>
              </a:extLst>
            </p:cNvPr>
            <p:cNvPicPr>
              <a:picLocks noChangeAspect="1"/>
            </p:cNvPicPr>
            <p:nvPr/>
          </p:nvPicPr>
          <p:blipFill>
            <a:blip r:embed="rId5"/>
            <a:stretch>
              <a:fillRect/>
            </a:stretch>
          </p:blipFill>
          <p:spPr>
            <a:xfrm>
              <a:off x="6149980" y="3348507"/>
              <a:ext cx="4133800" cy="3161763"/>
            </a:xfrm>
            <a:prstGeom prst="rect">
              <a:avLst/>
            </a:prstGeom>
          </p:spPr>
        </p:pic>
      </p:grpSp>
    </p:spTree>
    <p:extLst>
      <p:ext uri="{BB962C8B-B14F-4D97-AF65-F5344CB8AC3E}">
        <p14:creationId xmlns:p14="http://schemas.microsoft.com/office/powerpoint/2010/main" val="131802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52597" y="214290"/>
            <a:ext cx="2145139" cy="369332"/>
          </a:xfrm>
          <a:prstGeom prst="rect">
            <a:avLst/>
          </a:prstGeom>
          <a:noFill/>
        </p:spPr>
        <p:txBody>
          <a:bodyPr wrap="none" rtlCol="0">
            <a:spAutoFit/>
          </a:bodyPr>
          <a:lstStyle/>
          <a:p>
            <a:r>
              <a:rPr lang="en-US" altLang="zh-CN" dirty="0">
                <a:solidFill>
                  <a:srgbClr val="FF0000"/>
                </a:solidFill>
              </a:rPr>
              <a:t>7.9 </a:t>
            </a:r>
            <a:r>
              <a:rPr lang="zh-CN" altLang="en-US" dirty="0">
                <a:solidFill>
                  <a:srgbClr val="FF0000"/>
                </a:solidFill>
              </a:rPr>
              <a:t>根据有关电对的</a:t>
            </a:r>
          </a:p>
        </p:txBody>
      </p:sp>
      <p:graphicFrame>
        <p:nvGraphicFramePr>
          <p:cNvPr id="5" name="对象 4"/>
          <p:cNvGraphicFramePr>
            <a:graphicFrameLocks noChangeAspect="1"/>
          </p:cNvGraphicFramePr>
          <p:nvPr/>
        </p:nvGraphicFramePr>
        <p:xfrm>
          <a:off x="3952860" y="214290"/>
          <a:ext cx="285752" cy="285752"/>
        </p:xfrm>
        <a:graphic>
          <a:graphicData uri="http://schemas.openxmlformats.org/presentationml/2006/ole">
            <mc:AlternateContent xmlns:mc="http://schemas.openxmlformats.org/markup-compatibility/2006">
              <mc:Choice xmlns:v="urn:schemas-microsoft-com:vml" Requires="v">
                <p:oleObj name="公式" r:id="rId3" imgW="203040" imgH="203040" progId="Equation.3">
                  <p:embed/>
                </p:oleObj>
              </mc:Choice>
              <mc:Fallback>
                <p:oleObj name="公式" r:id="rId3" imgW="203040" imgH="203040" progId="Equation.3">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60" y="214290"/>
                        <a:ext cx="285752" cy="2857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4167175" y="214290"/>
            <a:ext cx="2964273" cy="369332"/>
          </a:xfrm>
          <a:prstGeom prst="rect">
            <a:avLst/>
          </a:prstGeom>
          <a:noFill/>
        </p:spPr>
        <p:txBody>
          <a:bodyPr wrap="none" rtlCol="0">
            <a:spAutoFit/>
          </a:bodyPr>
          <a:lstStyle/>
          <a:p>
            <a:r>
              <a:rPr lang="zh-CN" altLang="en-US" dirty="0">
                <a:solidFill>
                  <a:srgbClr val="FF0000"/>
                </a:solidFill>
              </a:rPr>
              <a:t>值，计算以下反应</a:t>
            </a:r>
            <a:r>
              <a:rPr lang="en-US" altLang="zh-CN" dirty="0">
                <a:solidFill>
                  <a:srgbClr val="FF0000"/>
                </a:solidFill>
              </a:rPr>
              <a:t>298K</a:t>
            </a:r>
            <a:r>
              <a:rPr lang="zh-CN" altLang="en-US" dirty="0">
                <a:solidFill>
                  <a:srgbClr val="FF0000"/>
                </a:solidFill>
              </a:rPr>
              <a:t>时的</a:t>
            </a:r>
          </a:p>
        </p:txBody>
      </p:sp>
      <p:graphicFrame>
        <p:nvGraphicFramePr>
          <p:cNvPr id="7" name="对象 6"/>
          <p:cNvGraphicFramePr>
            <a:graphicFrameLocks noChangeAspect="1"/>
          </p:cNvGraphicFramePr>
          <p:nvPr/>
        </p:nvGraphicFramePr>
        <p:xfrm>
          <a:off x="7024694" y="214290"/>
          <a:ext cx="446488" cy="285752"/>
        </p:xfrm>
        <a:graphic>
          <a:graphicData uri="http://schemas.openxmlformats.org/presentationml/2006/ole">
            <mc:AlternateContent xmlns:mc="http://schemas.openxmlformats.org/markup-compatibility/2006">
              <mc:Choice xmlns:v="urn:schemas-microsoft-com:vml" Requires="v">
                <p:oleObj name="公式" r:id="rId5" imgW="317160" imgH="203040" progId="Equation.3">
                  <p:embed/>
                </p:oleObj>
              </mc:Choice>
              <mc:Fallback>
                <p:oleObj name="公式" r:id="rId5" imgW="317160" imgH="203040" progId="Equation.3">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4694" y="214290"/>
                        <a:ext cx="446488" cy="2857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1738283" y="714356"/>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9" name="对象 8"/>
          <p:cNvGraphicFramePr>
            <a:graphicFrameLocks noChangeAspect="1"/>
          </p:cNvGraphicFramePr>
          <p:nvPr/>
        </p:nvGraphicFramePr>
        <p:xfrm>
          <a:off x="2381224" y="642918"/>
          <a:ext cx="5572164" cy="404088"/>
        </p:xfrm>
        <a:graphic>
          <a:graphicData uri="http://schemas.openxmlformats.org/presentationml/2006/ole">
            <mc:AlternateContent xmlns:mc="http://schemas.openxmlformats.org/markup-compatibility/2006">
              <mc:Choice xmlns:v="urn:schemas-microsoft-com:vml" Requires="v">
                <p:oleObj name="公式" r:id="rId7" imgW="3327120" imgH="241200" progId="Equation.3">
                  <p:embed/>
                </p:oleObj>
              </mc:Choice>
              <mc:Fallback>
                <p:oleObj name="公式" r:id="rId7" imgW="3327120" imgH="241200" progId="Equation.3">
                  <p:embed/>
                  <p:pic>
                    <p:nvPicPr>
                      <p:cNvPr id="9"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1224" y="642918"/>
                        <a:ext cx="5572164" cy="40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1738283" y="1202280"/>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11" name="对象 10"/>
          <p:cNvGraphicFramePr>
            <a:graphicFrameLocks noChangeAspect="1"/>
          </p:cNvGraphicFramePr>
          <p:nvPr/>
        </p:nvGraphicFramePr>
        <p:xfrm>
          <a:off x="2381224" y="1142984"/>
          <a:ext cx="5008180" cy="428628"/>
        </p:xfrm>
        <a:graphic>
          <a:graphicData uri="http://schemas.openxmlformats.org/presentationml/2006/ole">
            <mc:AlternateContent xmlns:mc="http://schemas.openxmlformats.org/markup-compatibility/2006">
              <mc:Choice xmlns:v="urn:schemas-microsoft-com:vml" Requires="v">
                <p:oleObj name="公式" r:id="rId9" imgW="2819160" imgH="241200" progId="Equation.3">
                  <p:embed/>
                </p:oleObj>
              </mc:Choice>
              <mc:Fallback>
                <p:oleObj name="公式" r:id="rId9" imgW="2819160" imgH="241200" progId="Equation.3">
                  <p:embed/>
                  <p:pic>
                    <p:nvPicPr>
                      <p:cNvPr id="11"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1224" y="1142984"/>
                        <a:ext cx="5008180"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1738282" y="1857364"/>
            <a:ext cx="415498" cy="369332"/>
          </a:xfrm>
          <a:prstGeom prst="rect">
            <a:avLst/>
          </a:prstGeom>
          <a:noFill/>
        </p:spPr>
        <p:txBody>
          <a:bodyPr wrap="none" rtlCol="0">
            <a:spAutoFit/>
          </a:bodyPr>
          <a:lstStyle/>
          <a:p>
            <a:r>
              <a:rPr lang="zh-CN" altLang="en-US" dirty="0"/>
              <a:t>解</a:t>
            </a:r>
          </a:p>
        </p:txBody>
      </p:sp>
      <p:sp>
        <p:nvSpPr>
          <p:cNvPr id="13" name="TextBox 12"/>
          <p:cNvSpPr txBox="1"/>
          <p:nvPr/>
        </p:nvSpPr>
        <p:spPr>
          <a:xfrm>
            <a:off x="2166911" y="2143116"/>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14" name="对象 13"/>
          <p:cNvGraphicFramePr>
            <a:graphicFrameLocks noChangeAspect="1"/>
          </p:cNvGraphicFramePr>
          <p:nvPr/>
        </p:nvGraphicFramePr>
        <p:xfrm>
          <a:off x="2809852" y="2071678"/>
          <a:ext cx="5572164" cy="404088"/>
        </p:xfrm>
        <a:graphic>
          <a:graphicData uri="http://schemas.openxmlformats.org/presentationml/2006/ole">
            <mc:AlternateContent xmlns:mc="http://schemas.openxmlformats.org/markup-compatibility/2006">
              <mc:Choice xmlns:v="urn:schemas-microsoft-com:vml" Requires="v">
                <p:oleObj name="公式" r:id="rId11" imgW="3327120" imgH="241200" progId="Equation.3">
                  <p:embed/>
                </p:oleObj>
              </mc:Choice>
              <mc:Fallback>
                <p:oleObj name="公式" r:id="rId11" imgW="3327120" imgH="241200" progId="Equation.3">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9852" y="2071678"/>
                        <a:ext cx="5572164" cy="40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2524100" y="2714620"/>
          <a:ext cx="7355016" cy="571505"/>
        </p:xfrm>
        <a:graphic>
          <a:graphicData uri="http://schemas.openxmlformats.org/presentationml/2006/ole">
            <mc:AlternateContent xmlns:mc="http://schemas.openxmlformats.org/markup-compatibility/2006">
              <mc:Choice xmlns:v="urn:schemas-microsoft-com:vml" Requires="v">
                <p:oleObj name="公式" r:id="rId13" imgW="3759120" imgH="291960" progId="Equation.3">
                  <p:embed/>
                </p:oleObj>
              </mc:Choice>
              <mc:Fallback>
                <p:oleObj name="公式" r:id="rId13" imgW="3759120" imgH="291960" progId="Equation.3">
                  <p:embed/>
                  <p:pic>
                    <p:nvPicPr>
                      <p:cNvPr id="15" name="对象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24100" y="2714620"/>
                        <a:ext cx="7355016" cy="571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2166911" y="4214818"/>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3081" name="Object 9"/>
          <p:cNvGraphicFramePr>
            <a:graphicFrameLocks noChangeAspect="1"/>
          </p:cNvGraphicFramePr>
          <p:nvPr/>
        </p:nvGraphicFramePr>
        <p:xfrm>
          <a:off x="2952729" y="4143381"/>
          <a:ext cx="5008563" cy="428625"/>
        </p:xfrm>
        <a:graphic>
          <a:graphicData uri="http://schemas.openxmlformats.org/presentationml/2006/ole">
            <mc:AlternateContent xmlns:mc="http://schemas.openxmlformats.org/markup-compatibility/2006">
              <mc:Choice xmlns:v="urn:schemas-microsoft-com:vml" Requires="v">
                <p:oleObj name="公式" r:id="rId15" imgW="2819160" imgH="241200" progId="Equation.3">
                  <p:embed/>
                </p:oleObj>
              </mc:Choice>
              <mc:Fallback>
                <p:oleObj name="公式" r:id="rId15" imgW="2819160" imgH="241200" progId="Equation.3">
                  <p:embed/>
                  <p:pic>
                    <p:nvPicPr>
                      <p:cNvPr id="3081"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2729" y="4143381"/>
                        <a:ext cx="5008563"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2" name="Object 10"/>
          <p:cNvGraphicFramePr>
            <a:graphicFrameLocks noChangeAspect="1"/>
          </p:cNvGraphicFramePr>
          <p:nvPr/>
        </p:nvGraphicFramePr>
        <p:xfrm>
          <a:off x="2303464" y="4786313"/>
          <a:ext cx="7081837" cy="571500"/>
        </p:xfrm>
        <a:graphic>
          <a:graphicData uri="http://schemas.openxmlformats.org/presentationml/2006/ole">
            <mc:AlternateContent xmlns:mc="http://schemas.openxmlformats.org/markup-compatibility/2006">
              <mc:Choice xmlns:v="urn:schemas-microsoft-com:vml" Requires="v">
                <p:oleObj name="公式" r:id="rId17" imgW="3619440" imgH="291960" progId="Equation.3">
                  <p:embed/>
                </p:oleObj>
              </mc:Choice>
              <mc:Fallback>
                <p:oleObj name="公式" r:id="rId17" imgW="3619440" imgH="291960" progId="Equation.3">
                  <p:embed/>
                  <p:pic>
                    <p:nvPicPr>
                      <p:cNvPr id="3082"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3464" y="4786313"/>
                        <a:ext cx="7081837"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5" name="组合 24"/>
          <p:cNvGrpSpPr/>
          <p:nvPr/>
        </p:nvGrpSpPr>
        <p:grpSpPr>
          <a:xfrm>
            <a:off x="2524100" y="3357562"/>
            <a:ext cx="7572429" cy="642942"/>
            <a:chOff x="1000099" y="3357562"/>
            <a:chExt cx="7572429" cy="642942"/>
          </a:xfrm>
        </p:grpSpPr>
        <p:graphicFrame>
          <p:nvGraphicFramePr>
            <p:cNvPr id="16" name="对象 15"/>
            <p:cNvGraphicFramePr>
              <a:graphicFrameLocks noChangeAspect="1"/>
            </p:cNvGraphicFramePr>
            <p:nvPr/>
          </p:nvGraphicFramePr>
          <p:xfrm>
            <a:off x="1000099" y="3429000"/>
            <a:ext cx="7450983" cy="500066"/>
          </p:xfrm>
          <a:graphic>
            <a:graphicData uri="http://schemas.openxmlformats.org/presentationml/2006/ole">
              <mc:AlternateContent xmlns:mc="http://schemas.openxmlformats.org/markup-compatibility/2006">
                <mc:Choice xmlns:v="urn:schemas-microsoft-com:vml" Requires="v">
                  <p:oleObj name="公式" r:id="rId19" imgW="3784320" imgH="253800" progId="Equation.3">
                    <p:embed/>
                  </p:oleObj>
                </mc:Choice>
                <mc:Fallback>
                  <p:oleObj name="公式" r:id="rId19" imgW="3784320" imgH="253800" progId="Equation.3">
                    <p:embed/>
                    <p:pic>
                      <p:nvPicPr>
                        <p:cNvPr id="16" name="对象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00099" y="3429000"/>
                          <a:ext cx="7450983"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6072198" y="3357562"/>
              <a:ext cx="2500330"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2238348" y="5357282"/>
            <a:ext cx="7715304" cy="642942"/>
            <a:chOff x="1214414" y="5572140"/>
            <a:chExt cx="7715304" cy="642942"/>
          </a:xfrm>
        </p:grpSpPr>
        <p:graphicFrame>
          <p:nvGraphicFramePr>
            <p:cNvPr id="22" name="对象 21"/>
            <p:cNvGraphicFramePr>
              <a:graphicFrameLocks noChangeAspect="1"/>
            </p:cNvGraphicFramePr>
            <p:nvPr/>
          </p:nvGraphicFramePr>
          <p:xfrm>
            <a:off x="1214414" y="5643578"/>
            <a:ext cx="7626007" cy="500066"/>
          </p:xfrm>
          <a:graphic>
            <a:graphicData uri="http://schemas.openxmlformats.org/presentationml/2006/ole">
              <mc:AlternateContent xmlns:mc="http://schemas.openxmlformats.org/markup-compatibility/2006">
                <mc:Choice xmlns:v="urn:schemas-microsoft-com:vml" Requires="v">
                  <p:oleObj name="公式" r:id="rId21" imgW="3873240" imgH="253800" progId="Equation.3">
                    <p:embed/>
                  </p:oleObj>
                </mc:Choice>
                <mc:Fallback>
                  <p:oleObj name="公式" r:id="rId21" imgW="3873240" imgH="253800" progId="Equation.3">
                    <p:embed/>
                    <p:pic>
                      <p:nvPicPr>
                        <p:cNvPr id="22" name="对象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14414" y="5643578"/>
                          <a:ext cx="7626007"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22"/>
            <p:cNvSpPr/>
            <p:nvPr/>
          </p:nvSpPr>
          <p:spPr>
            <a:xfrm>
              <a:off x="6357950" y="5572140"/>
              <a:ext cx="2571768"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214810" y="5643578"/>
              <a:ext cx="714380" cy="500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82"/>
                                        </p:tgtEl>
                                        <p:attrNameLst>
                                          <p:attrName>style.visibility</p:attrName>
                                        </p:attrNameLst>
                                      </p:cBhvr>
                                      <p:to>
                                        <p:strVal val="visible"/>
                                      </p:to>
                                    </p:set>
                                    <p:anim calcmode="lin" valueType="num">
                                      <p:cBhvr additive="base">
                                        <p:cTn id="19" dur="500" fill="hold"/>
                                        <p:tgtEl>
                                          <p:spTgt spid="3082"/>
                                        </p:tgtEl>
                                        <p:attrNameLst>
                                          <p:attrName>ppt_x</p:attrName>
                                        </p:attrNameLst>
                                      </p:cBhvr>
                                      <p:tavLst>
                                        <p:tav tm="0">
                                          <p:val>
                                            <p:strVal val="#ppt_x"/>
                                          </p:val>
                                        </p:tav>
                                        <p:tav tm="100000">
                                          <p:val>
                                            <p:strVal val="#ppt_x"/>
                                          </p:val>
                                        </p:tav>
                                      </p:tavLst>
                                    </p:anim>
                                    <p:anim calcmode="lin" valueType="num">
                                      <p:cBhvr additive="base">
                                        <p:cTn id="20" dur="500" fill="hold"/>
                                        <p:tgtEl>
                                          <p:spTgt spid="308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33E35F9-CC70-4961-8C56-4D91E6BB8897}"/>
              </a:ext>
            </a:extLst>
          </p:cNvPr>
          <p:cNvPicPr>
            <a:picLocks noChangeAspect="1"/>
          </p:cNvPicPr>
          <p:nvPr/>
        </p:nvPicPr>
        <p:blipFill>
          <a:blip r:embed="rId2"/>
          <a:stretch>
            <a:fillRect/>
          </a:stretch>
        </p:blipFill>
        <p:spPr>
          <a:xfrm>
            <a:off x="1047591" y="1252294"/>
            <a:ext cx="5282376" cy="4055263"/>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6E1E6FF-5D60-459A-8280-76C8B001203C}"/>
                  </a:ext>
                </a:extLst>
              </p:cNvPr>
              <p:cNvSpPr txBox="1"/>
              <p:nvPr/>
            </p:nvSpPr>
            <p:spPr>
              <a:xfrm>
                <a:off x="6695404" y="2331099"/>
                <a:ext cx="4258077" cy="1010470"/>
              </a:xfrm>
              <a:prstGeom prst="rect">
                <a:avLst/>
              </a:prstGeom>
              <a:noFill/>
              <a:ln w="28575">
                <a:solidFill>
                  <a:schemeClr val="tx1"/>
                </a:solidFill>
              </a:ln>
            </p:spPr>
            <p:txBody>
              <a:bodyPr wrap="square">
                <a:spAutoFit/>
              </a:bodyPr>
              <a:lstStyle/>
              <a:p>
                <a:pPr algn="just">
                  <a:spcBef>
                    <a:spcPts val="600"/>
                  </a:spcBef>
                  <a:spcAft>
                    <a:spcPts val="600"/>
                  </a:spcAft>
                </a:pPr>
                <a:r>
                  <a:rPr lang="zh-CN" altLang="en-US"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判断：</a:t>
                </a:r>
                <a:r>
                  <a:rPr lang="zh-CN"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对反应 ①</a:t>
                </a:r>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 Zn + Cu</a:t>
                </a:r>
                <a:r>
                  <a:rPr lang="en-US" altLang="zh-CN" sz="1800" kern="100" baseline="30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==Cu + Zn</a:t>
                </a:r>
                <a:r>
                  <a:rPr lang="en-US" altLang="zh-CN" sz="1800" kern="100" baseline="30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和反应 ② </a:t>
                </a:r>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2Zn + 2Cu</a:t>
                </a:r>
                <a:r>
                  <a:rPr lang="en-US" altLang="zh-CN" sz="1800" kern="100" baseline="30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==2Cu + 2Zn</a:t>
                </a:r>
                <a:r>
                  <a:rPr lang="en-US" altLang="zh-CN" sz="1800" kern="100" baseline="30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有：</a:t>
                </a:r>
                <a14:m>
                  <m:oMath xmlns:m="http://schemas.openxmlformats.org/officeDocument/2006/math">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𝛥</m:t>
                    </m:r>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2=2</m:t>
                    </m:r>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𝛥</m:t>
                    </m:r>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1</m:t>
                    </m:r>
                    <m:r>
                      <a:rPr lang="zh-CN" altLang="zh-CN" sz="1800" i="1" kern="100">
                        <a:ln>
                          <a:solidFill>
                            <a:schemeClr val="tx1"/>
                          </a:solidFill>
                        </a:ln>
                        <a:effectLst/>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E2=2E1</a:t>
                </a:r>
                <a:r>
                  <a:rPr lang="zh-CN"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K2=K1</a:t>
                </a:r>
                <a:r>
                  <a:rPr lang="en-US" altLang="zh-CN" sz="2400" kern="100" baseline="30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1400" kern="1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96E1E6FF-5D60-459A-8280-76C8B001203C}"/>
                  </a:ext>
                </a:extLst>
              </p:cNvPr>
              <p:cNvSpPr txBox="1">
                <a:spLocks noRot="1" noChangeAspect="1" noMove="1" noResize="1" noEditPoints="1" noAdjustHandles="1" noChangeArrowheads="1" noChangeShapeType="1" noTextEdit="1"/>
              </p:cNvSpPr>
              <p:nvPr/>
            </p:nvSpPr>
            <p:spPr>
              <a:xfrm>
                <a:off x="6695404" y="2331099"/>
                <a:ext cx="4258077" cy="1010470"/>
              </a:xfrm>
              <a:prstGeom prst="rect">
                <a:avLst/>
              </a:prstGeom>
              <a:blipFill>
                <a:blip r:embed="rId3"/>
                <a:stretch>
                  <a:fillRect/>
                </a:stretch>
              </a:blipFill>
              <a:ln w="28575">
                <a:solidFill>
                  <a:schemeClr val="tx1"/>
                </a:solidFill>
              </a:ln>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1D030CC-6FA5-4299-9278-EB2866051406}"/>
              </a:ext>
            </a:extLst>
          </p:cNvPr>
          <p:cNvSpPr txBox="1"/>
          <p:nvPr/>
        </p:nvSpPr>
        <p:spPr>
          <a:xfrm>
            <a:off x="6695405" y="3645254"/>
            <a:ext cx="4258076" cy="673646"/>
          </a:xfrm>
          <a:prstGeom prst="rect">
            <a:avLst/>
          </a:prstGeom>
          <a:noFill/>
          <a:ln w="28575">
            <a:solidFill>
              <a:schemeClr val="tx1"/>
            </a:solidFill>
          </a:ln>
        </p:spPr>
        <p:txBody>
          <a:bodyPr wrap="square">
            <a:spAutoFit/>
          </a:bodyPr>
          <a:lstStyle/>
          <a:p>
            <a:pPr algn="ctr"/>
            <a:r>
              <a:rPr lang="zh-CN" altLang="zh-CN" sz="20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，因为电极电势是强度性质，</a:t>
            </a:r>
            <a:endParaRPr lang="en-US"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endParaRPr>
          </a:p>
          <a:p>
            <a:pPr algn="ctr"/>
            <a:r>
              <a:rPr lang="en-US"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没有加和性，所以</a:t>
            </a:r>
            <a:r>
              <a:rPr lang="en-US"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E1=E2</a:t>
            </a:r>
            <a:r>
              <a:rPr lang="zh-CN" altLang="zh-CN" sz="1800" dirty="0">
                <a:ln>
                  <a:solidFill>
                    <a:schemeClr val="tx1"/>
                  </a:solidFill>
                </a:ln>
                <a:effectLst/>
                <a:latin typeface="Calibri" panose="020F0502020204030204" pitchFamily="34" charset="0"/>
                <a:ea typeface="宋体" panose="02010600030101010101" pitchFamily="2" charset="-122"/>
                <a:cs typeface="Times New Roman" panose="02020603050405020304" pitchFamily="18" charset="0"/>
              </a:rPr>
              <a:t>。</a:t>
            </a:r>
            <a:endParaRPr lang="zh-CN" altLang="en-US" dirty="0">
              <a:ln>
                <a:solidFill>
                  <a:schemeClr val="tx1"/>
                </a:solidFill>
              </a:ln>
            </a:endParaRPr>
          </a:p>
        </p:txBody>
      </p:sp>
    </p:spTree>
    <p:extLst>
      <p:ext uri="{BB962C8B-B14F-4D97-AF65-F5344CB8AC3E}">
        <p14:creationId xmlns:p14="http://schemas.microsoft.com/office/powerpoint/2010/main" val="310821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38283" y="214290"/>
            <a:ext cx="8778365" cy="369332"/>
          </a:xfrm>
          <a:prstGeom prst="rect">
            <a:avLst/>
          </a:prstGeom>
          <a:noFill/>
        </p:spPr>
        <p:txBody>
          <a:bodyPr wrap="none" rtlCol="0">
            <a:spAutoFit/>
          </a:bodyPr>
          <a:lstStyle/>
          <a:p>
            <a:r>
              <a:rPr lang="en-US" altLang="zh-CN" dirty="0">
                <a:solidFill>
                  <a:srgbClr val="FF0000"/>
                </a:solidFill>
              </a:rPr>
              <a:t>7.13  </a:t>
            </a:r>
            <a:r>
              <a:rPr lang="zh-CN" altLang="en-US" dirty="0">
                <a:solidFill>
                  <a:srgbClr val="FF0000"/>
                </a:solidFill>
              </a:rPr>
              <a:t>计算下列反应的平衡常数，哪个反应进行得最完全？哪个反应进行得最不完全？</a:t>
            </a:r>
          </a:p>
        </p:txBody>
      </p:sp>
      <p:sp>
        <p:nvSpPr>
          <p:cNvPr id="5" name="TextBox 4"/>
          <p:cNvSpPr txBox="1"/>
          <p:nvPr/>
        </p:nvSpPr>
        <p:spPr>
          <a:xfrm>
            <a:off x="1738283" y="714356"/>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6" name="对象 5"/>
          <p:cNvGraphicFramePr>
            <a:graphicFrameLocks noChangeAspect="1"/>
          </p:cNvGraphicFramePr>
          <p:nvPr/>
        </p:nvGraphicFramePr>
        <p:xfrm>
          <a:off x="2452662" y="642918"/>
          <a:ext cx="3405211" cy="428628"/>
        </p:xfrm>
        <a:graphic>
          <a:graphicData uri="http://schemas.openxmlformats.org/presentationml/2006/ole">
            <mc:AlternateContent xmlns:mc="http://schemas.openxmlformats.org/markup-compatibility/2006">
              <mc:Choice xmlns:v="urn:schemas-microsoft-com:vml" Requires="v">
                <p:oleObj name="公式" r:id="rId2" imgW="1815840" imgH="228600" progId="Equation.3">
                  <p:embed/>
                </p:oleObj>
              </mc:Choice>
              <mc:Fallback>
                <p:oleObj name="公式" r:id="rId2" imgW="1815840" imgH="228600" progId="Equation.3">
                  <p:embed/>
                  <p:pic>
                    <p:nvPicPr>
                      <p:cNvPr id="6"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2662" y="642918"/>
                        <a:ext cx="3405211"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738283" y="1142984"/>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19459" name="Object 3"/>
          <p:cNvGraphicFramePr>
            <a:graphicFrameLocks noChangeAspect="1"/>
          </p:cNvGraphicFramePr>
          <p:nvPr/>
        </p:nvGraphicFramePr>
        <p:xfrm>
          <a:off x="2428872" y="1095375"/>
          <a:ext cx="3238500" cy="381000"/>
        </p:xfrm>
        <a:graphic>
          <a:graphicData uri="http://schemas.openxmlformats.org/presentationml/2006/ole">
            <mc:AlternateContent xmlns:mc="http://schemas.openxmlformats.org/markup-compatibility/2006">
              <mc:Choice xmlns:v="urn:schemas-microsoft-com:vml" Requires="v">
                <p:oleObj name="公式" r:id="rId4" imgW="1726920" imgH="203040" progId="Equation.3">
                  <p:embed/>
                </p:oleObj>
              </mc:Choice>
              <mc:Fallback>
                <p:oleObj name="公式" r:id="rId4" imgW="1726920" imgH="203040" progId="Equation.3">
                  <p:embed/>
                  <p:pic>
                    <p:nvPicPr>
                      <p:cNvPr id="194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72" y="1095375"/>
                        <a:ext cx="3238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1738283" y="1630908"/>
            <a:ext cx="763351" cy="369332"/>
          </a:xfrm>
          <a:prstGeom prst="rect">
            <a:avLst/>
          </a:prstGeom>
          <a:noFill/>
        </p:spPr>
        <p:txBody>
          <a:bodyPr wrap="none" rtlCol="0">
            <a:spAutoFit/>
          </a:bodyPr>
          <a:lstStyle/>
          <a:p>
            <a:r>
              <a:rPr lang="zh-CN" altLang="en-US" dirty="0"/>
              <a:t>（</a:t>
            </a:r>
            <a:r>
              <a:rPr lang="en-US" altLang="zh-CN" dirty="0"/>
              <a:t>3</a:t>
            </a:r>
            <a:r>
              <a:rPr lang="zh-CN" altLang="en-US" dirty="0"/>
              <a:t>）</a:t>
            </a:r>
          </a:p>
        </p:txBody>
      </p:sp>
      <p:graphicFrame>
        <p:nvGraphicFramePr>
          <p:cNvPr id="19460" name="Object 4"/>
          <p:cNvGraphicFramePr>
            <a:graphicFrameLocks noChangeAspect="1"/>
          </p:cNvGraphicFramePr>
          <p:nvPr/>
        </p:nvGraphicFramePr>
        <p:xfrm>
          <a:off x="2428894" y="1571625"/>
          <a:ext cx="6238875" cy="452438"/>
        </p:xfrm>
        <a:graphic>
          <a:graphicData uri="http://schemas.openxmlformats.org/presentationml/2006/ole">
            <mc:AlternateContent xmlns:mc="http://schemas.openxmlformats.org/markup-compatibility/2006">
              <mc:Choice xmlns:v="urn:schemas-microsoft-com:vml" Requires="v">
                <p:oleObj name="公式" r:id="rId6" imgW="3327120" imgH="241200" progId="Equation.3">
                  <p:embed/>
                </p:oleObj>
              </mc:Choice>
              <mc:Fallback>
                <p:oleObj name="公式" r:id="rId6" imgW="3327120" imgH="241200" progId="Equation.3">
                  <p:embed/>
                  <p:pic>
                    <p:nvPicPr>
                      <p:cNvPr id="1946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94" y="1571625"/>
                        <a:ext cx="6238875"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1809720" y="2143116"/>
            <a:ext cx="415498" cy="369332"/>
          </a:xfrm>
          <a:prstGeom prst="rect">
            <a:avLst/>
          </a:prstGeom>
          <a:noFill/>
        </p:spPr>
        <p:txBody>
          <a:bodyPr wrap="none" rtlCol="0">
            <a:spAutoFit/>
          </a:bodyPr>
          <a:lstStyle/>
          <a:p>
            <a:r>
              <a:rPr lang="zh-CN" altLang="en-US" dirty="0"/>
              <a:t>解</a:t>
            </a:r>
          </a:p>
        </p:txBody>
      </p:sp>
      <p:sp>
        <p:nvSpPr>
          <p:cNvPr id="12" name="TextBox 11"/>
          <p:cNvSpPr txBox="1"/>
          <p:nvPr/>
        </p:nvSpPr>
        <p:spPr>
          <a:xfrm>
            <a:off x="2381226" y="2285992"/>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13" name="对象 12"/>
          <p:cNvGraphicFramePr>
            <a:graphicFrameLocks noChangeAspect="1"/>
          </p:cNvGraphicFramePr>
          <p:nvPr/>
        </p:nvGraphicFramePr>
        <p:xfrm>
          <a:off x="3095605" y="2214554"/>
          <a:ext cx="3405211" cy="428628"/>
        </p:xfrm>
        <a:graphic>
          <a:graphicData uri="http://schemas.openxmlformats.org/presentationml/2006/ole">
            <mc:AlternateContent xmlns:mc="http://schemas.openxmlformats.org/markup-compatibility/2006">
              <mc:Choice xmlns:v="urn:schemas-microsoft-com:vml" Requires="v">
                <p:oleObj name="公式" r:id="rId8" imgW="1815840" imgH="228600" progId="Equation.3">
                  <p:embed/>
                </p:oleObj>
              </mc:Choice>
              <mc:Fallback>
                <p:oleObj name="公式" r:id="rId8" imgW="1815840" imgH="228600" progId="Equation.3">
                  <p:embed/>
                  <p:pic>
                    <p:nvPicPr>
                      <p:cNvPr id="13"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95605" y="2214554"/>
                        <a:ext cx="3405211"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2809852" y="2786058"/>
          <a:ext cx="6659970" cy="500066"/>
        </p:xfrm>
        <a:graphic>
          <a:graphicData uri="http://schemas.openxmlformats.org/presentationml/2006/ole">
            <mc:AlternateContent xmlns:mc="http://schemas.openxmlformats.org/markup-compatibility/2006">
              <mc:Choice xmlns:v="urn:schemas-microsoft-com:vml" Requires="v">
                <p:oleObj name="公式" r:id="rId10" imgW="3720960" imgH="279360" progId="Equation.3">
                  <p:embed/>
                </p:oleObj>
              </mc:Choice>
              <mc:Fallback>
                <p:oleObj name="公式" r:id="rId10" imgW="3720960" imgH="279360" progId="Equation.3">
                  <p:embed/>
                  <p:pic>
                    <p:nvPicPr>
                      <p:cNvPr id="14"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9852" y="2786058"/>
                        <a:ext cx="6659970"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2374827" y="4465638"/>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18" name="Object 3"/>
          <p:cNvGraphicFramePr>
            <a:graphicFrameLocks noChangeAspect="1"/>
          </p:cNvGraphicFramePr>
          <p:nvPr/>
        </p:nvGraphicFramePr>
        <p:xfrm>
          <a:off x="3065416" y="4418029"/>
          <a:ext cx="3238500" cy="381000"/>
        </p:xfrm>
        <a:graphic>
          <a:graphicData uri="http://schemas.openxmlformats.org/presentationml/2006/ole">
            <mc:AlternateContent xmlns:mc="http://schemas.openxmlformats.org/markup-compatibility/2006">
              <mc:Choice xmlns:v="urn:schemas-microsoft-com:vml" Requires="v">
                <p:oleObj name="公式" r:id="rId12" imgW="1726920" imgH="203040" progId="Equation.3">
                  <p:embed/>
                </p:oleObj>
              </mc:Choice>
              <mc:Fallback>
                <p:oleObj name="公式" r:id="rId12" imgW="1726920" imgH="203040" progId="Equation.3">
                  <p:embed/>
                  <p:pic>
                    <p:nvPicPr>
                      <p:cNvPr id="18"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5416" y="4418029"/>
                        <a:ext cx="3238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10"/>
          <p:cNvGraphicFramePr>
            <a:graphicFrameLocks noChangeAspect="1"/>
          </p:cNvGraphicFramePr>
          <p:nvPr/>
        </p:nvGraphicFramePr>
        <p:xfrm>
          <a:off x="2852764" y="5000636"/>
          <a:ext cx="6886575" cy="477838"/>
        </p:xfrm>
        <a:graphic>
          <a:graphicData uri="http://schemas.openxmlformats.org/presentationml/2006/ole">
            <mc:AlternateContent xmlns:mc="http://schemas.openxmlformats.org/markup-compatibility/2006">
              <mc:Choice xmlns:v="urn:schemas-microsoft-com:vml" Requires="v">
                <p:oleObj name="公式" r:id="rId14" imgW="3848040" imgH="266400" progId="Equation.3">
                  <p:embed/>
                </p:oleObj>
              </mc:Choice>
              <mc:Fallback>
                <p:oleObj name="公式" r:id="rId14" imgW="3848040" imgH="266400" progId="Equation.3">
                  <p:embed/>
                  <p:pic>
                    <p:nvPicPr>
                      <p:cNvPr id="19466"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52764" y="5000636"/>
                        <a:ext cx="6886575"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 name="组合 23"/>
          <p:cNvGrpSpPr/>
          <p:nvPr/>
        </p:nvGrpSpPr>
        <p:grpSpPr>
          <a:xfrm>
            <a:off x="2238348" y="3357562"/>
            <a:ext cx="7000924" cy="642942"/>
            <a:chOff x="714348" y="3357562"/>
            <a:chExt cx="7000924" cy="642942"/>
          </a:xfrm>
        </p:grpSpPr>
        <p:graphicFrame>
          <p:nvGraphicFramePr>
            <p:cNvPr id="16" name="对象 15"/>
            <p:cNvGraphicFramePr>
              <a:graphicFrameLocks noChangeAspect="1"/>
            </p:cNvGraphicFramePr>
            <p:nvPr/>
          </p:nvGraphicFramePr>
          <p:xfrm>
            <a:off x="5857883" y="3429000"/>
            <a:ext cx="1607355" cy="428628"/>
          </p:xfrm>
          <a:graphic>
            <a:graphicData uri="http://schemas.openxmlformats.org/presentationml/2006/ole">
              <mc:AlternateContent xmlns:mc="http://schemas.openxmlformats.org/markup-compatibility/2006">
                <mc:Choice xmlns:v="urn:schemas-microsoft-com:vml" Requires="v">
                  <p:oleObj name="公式" r:id="rId16" imgW="761760" imgH="203040" progId="Equation.3">
                    <p:embed/>
                  </p:oleObj>
                </mc:Choice>
                <mc:Fallback>
                  <p:oleObj name="公式" r:id="rId16" imgW="761760" imgH="203040" progId="Equation.3">
                    <p:embed/>
                    <p:pic>
                      <p:nvPicPr>
                        <p:cNvPr id="16" name="对象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57883" y="3429000"/>
                          <a:ext cx="1607355"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组合 22"/>
            <p:cNvGrpSpPr/>
            <p:nvPr/>
          </p:nvGrpSpPr>
          <p:grpSpPr>
            <a:xfrm>
              <a:off x="714348" y="3357562"/>
              <a:ext cx="7000924" cy="642942"/>
              <a:chOff x="714348" y="3357562"/>
              <a:chExt cx="7000924" cy="642942"/>
            </a:xfrm>
          </p:grpSpPr>
          <p:graphicFrame>
            <p:nvGraphicFramePr>
              <p:cNvPr id="15" name="对象 14"/>
              <p:cNvGraphicFramePr>
                <a:graphicFrameLocks noChangeAspect="1"/>
              </p:cNvGraphicFramePr>
              <p:nvPr/>
            </p:nvGraphicFramePr>
            <p:xfrm>
              <a:off x="714348" y="3357562"/>
              <a:ext cx="4442144" cy="642942"/>
            </p:xfrm>
            <a:graphic>
              <a:graphicData uri="http://schemas.openxmlformats.org/presentationml/2006/ole">
                <mc:AlternateContent xmlns:mc="http://schemas.openxmlformats.org/markup-compatibility/2006">
                  <mc:Choice xmlns:v="urn:schemas-microsoft-com:vml" Requires="v">
                    <p:oleObj name="公式" r:id="rId18" imgW="2895480" imgH="419040" progId="Equation.3">
                      <p:embed/>
                    </p:oleObj>
                  </mc:Choice>
                  <mc:Fallback>
                    <p:oleObj name="公式" r:id="rId18" imgW="2895480" imgH="419040" progId="Equation.3">
                      <p:embed/>
                      <p:pic>
                        <p:nvPicPr>
                          <p:cNvPr id="15" name="对象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14348" y="3357562"/>
                            <a:ext cx="4442144" cy="642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20"/>
              <p:cNvSpPr/>
              <p:nvPr/>
            </p:nvSpPr>
            <p:spPr>
              <a:xfrm>
                <a:off x="5643570" y="3357562"/>
                <a:ext cx="2071702"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5" name="组合 24"/>
          <p:cNvGrpSpPr/>
          <p:nvPr/>
        </p:nvGrpSpPr>
        <p:grpSpPr>
          <a:xfrm>
            <a:off x="2279598" y="5632475"/>
            <a:ext cx="5959542" cy="655325"/>
            <a:chOff x="755598" y="5632474"/>
            <a:chExt cx="5959542" cy="655325"/>
          </a:xfrm>
        </p:grpSpPr>
        <p:graphicFrame>
          <p:nvGraphicFramePr>
            <p:cNvPr id="20" name="对象 19"/>
            <p:cNvGraphicFramePr>
              <a:graphicFrameLocks noChangeAspect="1"/>
            </p:cNvGraphicFramePr>
            <p:nvPr/>
          </p:nvGraphicFramePr>
          <p:xfrm>
            <a:off x="755598" y="5632474"/>
            <a:ext cx="3071835" cy="655325"/>
          </p:xfrm>
          <a:graphic>
            <a:graphicData uri="http://schemas.openxmlformats.org/presentationml/2006/ole">
              <mc:AlternateContent xmlns:mc="http://schemas.openxmlformats.org/markup-compatibility/2006">
                <mc:Choice xmlns:v="urn:schemas-microsoft-com:vml" Requires="v">
                  <p:oleObj name="公式" r:id="rId20" imgW="1904760" imgH="406080" progId="Equation.3">
                    <p:embed/>
                  </p:oleObj>
                </mc:Choice>
                <mc:Fallback>
                  <p:oleObj name="公式" r:id="rId20" imgW="1904760" imgH="406080" progId="Equation.3">
                    <p:embed/>
                    <p:pic>
                      <p:nvPicPr>
                        <p:cNvPr id="20" name="对象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5598" y="5632474"/>
                          <a:ext cx="3071835" cy="65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8" name="Object 12"/>
            <p:cNvGraphicFramePr>
              <a:graphicFrameLocks noChangeAspect="1"/>
            </p:cNvGraphicFramePr>
            <p:nvPr/>
          </p:nvGraphicFramePr>
          <p:xfrm>
            <a:off x="4254489" y="5703899"/>
            <a:ext cx="2359025" cy="428625"/>
          </p:xfrm>
          <a:graphic>
            <a:graphicData uri="http://schemas.openxmlformats.org/presentationml/2006/ole">
              <mc:AlternateContent xmlns:mc="http://schemas.openxmlformats.org/markup-compatibility/2006">
                <mc:Choice xmlns:v="urn:schemas-microsoft-com:vml" Requires="v">
                  <p:oleObj name="公式" r:id="rId22" imgW="1117440" imgH="203040" progId="Equation.3">
                    <p:embed/>
                  </p:oleObj>
                </mc:Choice>
                <mc:Fallback>
                  <p:oleObj name="公式" r:id="rId22" imgW="1117440" imgH="203040" progId="Equation.3">
                    <p:embed/>
                    <p:pic>
                      <p:nvPicPr>
                        <p:cNvPr id="19468"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54489" y="5703899"/>
                          <a:ext cx="235902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4214810" y="5643578"/>
              <a:ext cx="2500330"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66"/>
                                        </p:tgtEl>
                                        <p:attrNameLst>
                                          <p:attrName>style.visibility</p:attrName>
                                        </p:attrNameLst>
                                      </p:cBhvr>
                                      <p:to>
                                        <p:strVal val="visible"/>
                                      </p:to>
                                    </p:set>
                                    <p:anim calcmode="lin" valueType="num">
                                      <p:cBhvr additive="base">
                                        <p:cTn id="19" dur="500" fill="hold"/>
                                        <p:tgtEl>
                                          <p:spTgt spid="19466"/>
                                        </p:tgtEl>
                                        <p:attrNameLst>
                                          <p:attrName>ppt_x</p:attrName>
                                        </p:attrNameLst>
                                      </p:cBhvr>
                                      <p:tavLst>
                                        <p:tav tm="0">
                                          <p:val>
                                            <p:strVal val="#ppt_x"/>
                                          </p:val>
                                        </p:tav>
                                        <p:tav tm="100000">
                                          <p:val>
                                            <p:strVal val="#ppt_x"/>
                                          </p:val>
                                        </p:tav>
                                      </p:tavLst>
                                    </p:anim>
                                    <p:anim calcmode="lin" valueType="num">
                                      <p:cBhvr additive="base">
                                        <p:cTn id="20" dur="500" fill="hold"/>
                                        <p:tgtEl>
                                          <p:spTgt spid="194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90680" y="559325"/>
            <a:ext cx="763351" cy="369332"/>
          </a:xfrm>
          <a:prstGeom prst="rect">
            <a:avLst/>
          </a:prstGeom>
          <a:noFill/>
        </p:spPr>
        <p:txBody>
          <a:bodyPr wrap="none" rtlCol="0">
            <a:spAutoFit/>
          </a:bodyPr>
          <a:lstStyle/>
          <a:p>
            <a:r>
              <a:rPr lang="zh-CN" altLang="en-US" dirty="0"/>
              <a:t>（</a:t>
            </a:r>
            <a:r>
              <a:rPr lang="en-US" altLang="zh-CN" dirty="0"/>
              <a:t>3</a:t>
            </a:r>
            <a:r>
              <a:rPr lang="zh-CN" altLang="en-US" dirty="0"/>
              <a:t>）</a:t>
            </a:r>
          </a:p>
        </p:txBody>
      </p:sp>
      <p:graphicFrame>
        <p:nvGraphicFramePr>
          <p:cNvPr id="5" name="Object 4"/>
          <p:cNvGraphicFramePr>
            <a:graphicFrameLocks noChangeAspect="1"/>
          </p:cNvGraphicFramePr>
          <p:nvPr/>
        </p:nvGraphicFramePr>
        <p:xfrm>
          <a:off x="2881291" y="500042"/>
          <a:ext cx="6238875" cy="452438"/>
        </p:xfrm>
        <a:graphic>
          <a:graphicData uri="http://schemas.openxmlformats.org/presentationml/2006/ole">
            <mc:AlternateContent xmlns:mc="http://schemas.openxmlformats.org/markup-compatibility/2006">
              <mc:Choice xmlns:v="urn:schemas-microsoft-com:vml" Requires="v">
                <p:oleObj name="公式" r:id="rId2" imgW="3327120" imgH="241200" progId="Equation.3">
                  <p:embed/>
                </p:oleObj>
              </mc:Choice>
              <mc:Fallback>
                <p:oleObj name="公式" r:id="rId2" imgW="3327120" imgH="2412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1291" y="500042"/>
                        <a:ext cx="6238875"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3"/>
          <p:cNvGraphicFramePr>
            <a:graphicFrameLocks noChangeAspect="1"/>
          </p:cNvGraphicFramePr>
          <p:nvPr/>
        </p:nvGraphicFramePr>
        <p:xfrm>
          <a:off x="2509838" y="1192214"/>
          <a:ext cx="6773862" cy="523875"/>
        </p:xfrm>
        <a:graphic>
          <a:graphicData uri="http://schemas.openxmlformats.org/presentationml/2006/ole">
            <mc:AlternateContent xmlns:mc="http://schemas.openxmlformats.org/markup-compatibility/2006">
              <mc:Choice xmlns:v="urn:schemas-microsoft-com:vml" Requires="v">
                <p:oleObj name="公式" r:id="rId4" imgW="3784320" imgH="291960" progId="Equation.3">
                  <p:embed/>
                </p:oleObj>
              </mc:Choice>
              <mc:Fallback>
                <p:oleObj name="公式" r:id="rId4" imgW="3784320" imgH="291960" progId="Equation.3">
                  <p:embed/>
                  <p:pic>
                    <p:nvPicPr>
                      <p:cNvPr id="2048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9838" y="1192214"/>
                        <a:ext cx="6773862"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组合 8"/>
          <p:cNvGrpSpPr/>
          <p:nvPr/>
        </p:nvGrpSpPr>
        <p:grpSpPr>
          <a:xfrm>
            <a:off x="2320926" y="1928802"/>
            <a:ext cx="5989653" cy="727086"/>
            <a:chOff x="796925" y="1928802"/>
            <a:chExt cx="5989653" cy="727086"/>
          </a:xfrm>
        </p:grpSpPr>
        <p:graphicFrame>
          <p:nvGraphicFramePr>
            <p:cNvPr id="20484" name="Object 4"/>
            <p:cNvGraphicFramePr>
              <a:graphicFrameLocks noChangeAspect="1"/>
            </p:cNvGraphicFramePr>
            <p:nvPr/>
          </p:nvGraphicFramePr>
          <p:xfrm>
            <a:off x="796925" y="2000250"/>
            <a:ext cx="3194050" cy="655638"/>
          </p:xfrm>
          <a:graphic>
            <a:graphicData uri="http://schemas.openxmlformats.org/presentationml/2006/ole">
              <mc:AlternateContent xmlns:mc="http://schemas.openxmlformats.org/markup-compatibility/2006">
                <mc:Choice xmlns:v="urn:schemas-microsoft-com:vml" Requires="v">
                  <p:oleObj name="公式" r:id="rId6" imgW="1981080" imgH="406080" progId="Equation.3">
                    <p:embed/>
                  </p:oleObj>
                </mc:Choice>
                <mc:Fallback>
                  <p:oleObj name="公式" r:id="rId6" imgW="1981080" imgH="406080" progId="Equation.3">
                    <p:embed/>
                    <p:pic>
                      <p:nvPicPr>
                        <p:cNvPr id="2048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925" y="2000250"/>
                          <a:ext cx="3194050" cy="655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5" name="Object 5"/>
            <p:cNvGraphicFramePr>
              <a:graphicFrameLocks noChangeAspect="1"/>
            </p:cNvGraphicFramePr>
            <p:nvPr/>
          </p:nvGraphicFramePr>
          <p:xfrm>
            <a:off x="4305300" y="2000250"/>
            <a:ext cx="2465388" cy="428625"/>
          </p:xfrm>
          <a:graphic>
            <a:graphicData uri="http://schemas.openxmlformats.org/presentationml/2006/ole">
              <mc:AlternateContent xmlns:mc="http://schemas.openxmlformats.org/markup-compatibility/2006">
                <mc:Choice xmlns:v="urn:schemas-microsoft-com:vml" Requires="v">
                  <p:oleObj name="公式" r:id="rId8" imgW="1168200" imgH="203040" progId="Equation.3">
                    <p:embed/>
                  </p:oleObj>
                </mc:Choice>
                <mc:Fallback>
                  <p:oleObj name="公式" r:id="rId8" imgW="1168200" imgH="203040" progId="Equation.3">
                    <p:embed/>
                    <p:pic>
                      <p:nvPicPr>
                        <p:cNvPr id="20485"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05300" y="2000250"/>
                          <a:ext cx="246538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4286248" y="1928802"/>
              <a:ext cx="2500330"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p:cNvSpPr txBox="1"/>
          <p:nvPr/>
        </p:nvSpPr>
        <p:spPr>
          <a:xfrm>
            <a:off x="2166911" y="3000373"/>
            <a:ext cx="7574509" cy="461665"/>
          </a:xfrm>
          <a:prstGeom prst="rect">
            <a:avLst/>
          </a:prstGeom>
          <a:noFill/>
        </p:spPr>
        <p:txBody>
          <a:bodyPr wrap="none" rtlCol="0">
            <a:spAutoFit/>
          </a:bodyPr>
          <a:lstStyle/>
          <a:p>
            <a:r>
              <a:rPr lang="zh-CN" altLang="en-US" sz="2400" dirty="0">
                <a:solidFill>
                  <a:srgbClr val="FF0000"/>
                </a:solidFill>
              </a:rPr>
              <a:t>反应（</a:t>
            </a:r>
            <a:r>
              <a:rPr lang="en-US" altLang="zh-CN" sz="2400" dirty="0">
                <a:solidFill>
                  <a:srgbClr val="FF0000"/>
                </a:solidFill>
              </a:rPr>
              <a:t>3</a:t>
            </a:r>
            <a:r>
              <a:rPr lang="zh-CN" altLang="en-US" sz="2400" dirty="0">
                <a:solidFill>
                  <a:srgbClr val="FF0000"/>
                </a:solidFill>
              </a:rPr>
              <a:t>）进行得最完全，反应（</a:t>
            </a:r>
            <a:r>
              <a:rPr lang="en-US" altLang="zh-CN" sz="2400" dirty="0">
                <a:solidFill>
                  <a:srgbClr val="FF0000"/>
                </a:solidFill>
              </a:rPr>
              <a:t>1</a:t>
            </a:r>
            <a:r>
              <a:rPr lang="zh-CN" altLang="en-US" sz="2400" dirty="0">
                <a:solidFill>
                  <a:srgbClr val="FF0000"/>
                </a:solidFill>
              </a:rPr>
              <a:t>）进行得最不完全。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09721" y="214290"/>
            <a:ext cx="5421677" cy="369332"/>
          </a:xfrm>
          <a:prstGeom prst="rect">
            <a:avLst/>
          </a:prstGeom>
          <a:noFill/>
        </p:spPr>
        <p:txBody>
          <a:bodyPr wrap="none" rtlCol="0">
            <a:spAutoFit/>
          </a:bodyPr>
          <a:lstStyle/>
          <a:p>
            <a:r>
              <a:rPr lang="en-US" altLang="zh-CN" dirty="0"/>
              <a:t>7.18  </a:t>
            </a:r>
            <a:r>
              <a:rPr lang="zh-CN" altLang="en-US" dirty="0"/>
              <a:t>已知</a:t>
            </a:r>
            <a:r>
              <a:rPr lang="en-US" altLang="zh-CN" dirty="0"/>
              <a:t>HCN</a:t>
            </a:r>
            <a:r>
              <a:rPr lang="zh-CN" altLang="en-US" dirty="0"/>
              <a:t>的</a:t>
            </a:r>
            <a:r>
              <a:rPr lang="en-US" altLang="zh-CN" dirty="0"/>
              <a:t>Ka=4.93×10</a:t>
            </a:r>
            <a:r>
              <a:rPr lang="en-US" altLang="zh-CN" baseline="30000" dirty="0"/>
              <a:t>-10</a:t>
            </a:r>
            <a:r>
              <a:rPr lang="zh-CN" altLang="en-US" dirty="0"/>
              <a:t>，计算以下电极的</a:t>
            </a:r>
            <a:r>
              <a:rPr lang="en-US" altLang="zh-CN" dirty="0"/>
              <a:t>E</a:t>
            </a:r>
            <a:r>
              <a:rPr lang="en-US" altLang="zh-CN" baseline="30000" dirty="0"/>
              <a:t>Θ</a:t>
            </a:r>
            <a:endParaRPr lang="zh-CN" altLang="en-US" baseline="30000" dirty="0"/>
          </a:p>
        </p:txBody>
      </p:sp>
      <p:graphicFrame>
        <p:nvGraphicFramePr>
          <p:cNvPr id="5" name="对象 4"/>
          <p:cNvGraphicFramePr>
            <a:graphicFrameLocks noChangeAspect="1"/>
          </p:cNvGraphicFramePr>
          <p:nvPr/>
        </p:nvGraphicFramePr>
        <p:xfrm>
          <a:off x="3024166" y="714357"/>
          <a:ext cx="3214710" cy="430137"/>
        </p:xfrm>
        <a:graphic>
          <a:graphicData uri="http://schemas.openxmlformats.org/presentationml/2006/ole">
            <mc:AlternateContent xmlns:mc="http://schemas.openxmlformats.org/markup-compatibility/2006">
              <mc:Choice xmlns:v="urn:schemas-microsoft-com:vml" Requires="v">
                <p:oleObj name="公式" r:id="rId2" imgW="1803240" imgH="241200" progId="Equation.3">
                  <p:embed/>
                </p:oleObj>
              </mc:Choice>
              <mc:Fallback>
                <p:oleObj name="公式" r:id="rId2" imgW="1803240" imgH="24120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4166" y="714357"/>
                        <a:ext cx="3214710" cy="430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2238348" y="1428736"/>
            <a:ext cx="415498" cy="369332"/>
          </a:xfrm>
          <a:prstGeom prst="rect">
            <a:avLst/>
          </a:prstGeom>
          <a:noFill/>
        </p:spPr>
        <p:txBody>
          <a:bodyPr wrap="none" rtlCol="0">
            <a:spAutoFit/>
          </a:bodyPr>
          <a:lstStyle/>
          <a:p>
            <a:r>
              <a:rPr lang="zh-CN" altLang="en-US" dirty="0"/>
              <a:t>解</a:t>
            </a:r>
          </a:p>
        </p:txBody>
      </p:sp>
      <p:graphicFrame>
        <p:nvGraphicFramePr>
          <p:cNvPr id="7" name="对象 6"/>
          <p:cNvGraphicFramePr>
            <a:graphicFrameLocks noChangeAspect="1"/>
          </p:cNvGraphicFramePr>
          <p:nvPr/>
        </p:nvGraphicFramePr>
        <p:xfrm>
          <a:off x="2952727" y="1643050"/>
          <a:ext cx="4543010" cy="785818"/>
        </p:xfrm>
        <a:graphic>
          <a:graphicData uri="http://schemas.openxmlformats.org/presentationml/2006/ole">
            <mc:AlternateContent xmlns:mc="http://schemas.openxmlformats.org/markup-compatibility/2006">
              <mc:Choice xmlns:v="urn:schemas-microsoft-com:vml" Requires="v">
                <p:oleObj name="公式" r:id="rId4" imgW="2349360" imgH="406080" progId="Equation.3">
                  <p:embed/>
                </p:oleObj>
              </mc:Choice>
              <mc:Fallback>
                <p:oleObj name="公式" r:id="rId4" imgW="2349360" imgH="406080" progId="Equation.3">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2727" y="1643050"/>
                        <a:ext cx="4543010"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2952729" y="2643182"/>
          <a:ext cx="1473879" cy="500066"/>
        </p:xfrm>
        <a:graphic>
          <a:graphicData uri="http://schemas.openxmlformats.org/presentationml/2006/ole">
            <mc:AlternateContent xmlns:mc="http://schemas.openxmlformats.org/markup-compatibility/2006">
              <mc:Choice xmlns:v="urn:schemas-microsoft-com:vml" Requires="v">
                <p:oleObj name="公式" r:id="rId6" imgW="711000" imgH="241200" progId="Equation.3">
                  <p:embed/>
                </p:oleObj>
              </mc:Choice>
              <mc:Fallback>
                <p:oleObj name="公式" r:id="rId6" imgW="711000" imgH="241200" progId="Equation.3">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2729" y="2643182"/>
                        <a:ext cx="1473879"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组合 10"/>
          <p:cNvGrpSpPr/>
          <p:nvPr/>
        </p:nvGrpSpPr>
        <p:grpSpPr>
          <a:xfrm>
            <a:off x="2881291" y="3286124"/>
            <a:ext cx="6308867" cy="857256"/>
            <a:chOff x="1357290" y="3286124"/>
            <a:chExt cx="6308867" cy="857256"/>
          </a:xfrm>
        </p:grpSpPr>
        <p:graphicFrame>
          <p:nvGraphicFramePr>
            <p:cNvPr id="9" name="对象 8"/>
            <p:cNvGraphicFramePr>
              <a:graphicFrameLocks noChangeAspect="1"/>
            </p:cNvGraphicFramePr>
            <p:nvPr/>
          </p:nvGraphicFramePr>
          <p:xfrm>
            <a:off x="1428727" y="3357562"/>
            <a:ext cx="6237430" cy="785818"/>
          </p:xfrm>
          <a:graphic>
            <a:graphicData uri="http://schemas.openxmlformats.org/presentationml/2006/ole">
              <mc:AlternateContent xmlns:mc="http://schemas.openxmlformats.org/markup-compatibility/2006">
                <mc:Choice xmlns:v="urn:schemas-microsoft-com:vml" Requires="v">
                  <p:oleObj name="公式" r:id="rId8" imgW="3225600" imgH="406080" progId="Equation.3">
                    <p:embed/>
                  </p:oleObj>
                </mc:Choice>
                <mc:Fallback>
                  <p:oleObj name="公式" r:id="rId8" imgW="3225600" imgH="406080" progId="Equation.3">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727" y="3357562"/>
                          <a:ext cx="6237430"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1357290" y="3286124"/>
              <a:ext cx="6286544" cy="857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C98873F-864E-45FA-BD47-8B6A4668C01F}"/>
              </a:ext>
            </a:extLst>
          </p:cNvPr>
          <p:cNvPicPr>
            <a:picLocks noChangeAspect="1"/>
          </p:cNvPicPr>
          <p:nvPr/>
        </p:nvPicPr>
        <p:blipFill>
          <a:blip r:embed="rId2"/>
          <a:stretch>
            <a:fillRect/>
          </a:stretch>
        </p:blipFill>
        <p:spPr>
          <a:xfrm>
            <a:off x="2328929" y="600822"/>
            <a:ext cx="7534142" cy="5656355"/>
          </a:xfrm>
          <a:prstGeom prst="rect">
            <a:avLst/>
          </a:prstGeom>
        </p:spPr>
      </p:pic>
    </p:spTree>
    <p:extLst>
      <p:ext uri="{BB962C8B-B14F-4D97-AF65-F5344CB8AC3E}">
        <p14:creationId xmlns:p14="http://schemas.microsoft.com/office/powerpoint/2010/main" val="1477250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52597" y="285728"/>
            <a:ext cx="4214615" cy="369332"/>
          </a:xfrm>
          <a:prstGeom prst="rect">
            <a:avLst/>
          </a:prstGeom>
          <a:noFill/>
        </p:spPr>
        <p:txBody>
          <a:bodyPr wrap="none" rtlCol="0">
            <a:spAutoFit/>
          </a:bodyPr>
          <a:lstStyle/>
          <a:p>
            <a:r>
              <a:rPr lang="en-US" altLang="zh-CN" dirty="0"/>
              <a:t>7.20   </a:t>
            </a:r>
            <a:r>
              <a:rPr lang="zh-CN" altLang="en-US" dirty="0"/>
              <a:t>应用以下元素电势图，判断标态下</a:t>
            </a:r>
          </a:p>
        </p:txBody>
      </p:sp>
      <p:graphicFrame>
        <p:nvGraphicFramePr>
          <p:cNvPr id="5" name="对象 4"/>
          <p:cNvGraphicFramePr>
            <a:graphicFrameLocks noChangeAspect="1"/>
          </p:cNvGraphicFramePr>
          <p:nvPr/>
        </p:nvGraphicFramePr>
        <p:xfrm>
          <a:off x="6049964" y="285750"/>
          <a:ext cx="2782887" cy="357188"/>
        </p:xfrm>
        <a:graphic>
          <a:graphicData uri="http://schemas.openxmlformats.org/presentationml/2006/ole">
            <mc:AlternateContent xmlns:mc="http://schemas.openxmlformats.org/markup-compatibility/2006">
              <mc:Choice xmlns:v="urn:schemas-microsoft-com:vml" Requires="v">
                <p:oleObj name="公式" r:id="rId2" imgW="1879560" imgH="241200" progId="Equation.3">
                  <p:embed/>
                </p:oleObj>
              </mc:Choice>
              <mc:Fallback>
                <p:oleObj name="公式" r:id="rId2" imgW="1879560" imgH="24120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9964" y="285750"/>
                        <a:ext cx="2782887"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699" name="Object 3"/>
          <p:cNvGraphicFramePr>
            <a:graphicFrameLocks noChangeAspect="1"/>
          </p:cNvGraphicFramePr>
          <p:nvPr/>
        </p:nvGraphicFramePr>
        <p:xfrm>
          <a:off x="2524101" y="714356"/>
          <a:ext cx="4714909" cy="319654"/>
        </p:xfrm>
        <a:graphic>
          <a:graphicData uri="http://schemas.openxmlformats.org/presentationml/2006/ole">
            <mc:AlternateContent xmlns:mc="http://schemas.openxmlformats.org/markup-compatibility/2006">
              <mc:Choice xmlns:v="urn:schemas-microsoft-com:vml" Requires="v">
                <p:oleObj name="公式" r:id="rId4" imgW="2997000" imgH="203040" progId="Equation.3">
                  <p:embed/>
                </p:oleObj>
              </mc:Choice>
              <mc:Fallback>
                <p:oleObj name="公式" r:id="rId4" imgW="2997000" imgH="203040" progId="Equation.3">
                  <p:embed/>
                  <p:pic>
                    <p:nvPicPr>
                      <p:cNvPr id="2969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101" y="714356"/>
                        <a:ext cx="4714909" cy="319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Box 6"/>
          <p:cNvSpPr txBox="1"/>
          <p:nvPr/>
        </p:nvSpPr>
        <p:spPr>
          <a:xfrm>
            <a:off x="1952597" y="1285860"/>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8" name="对象 7"/>
          <p:cNvGraphicFramePr>
            <a:graphicFrameLocks noChangeAspect="1"/>
          </p:cNvGraphicFramePr>
          <p:nvPr/>
        </p:nvGraphicFramePr>
        <p:xfrm>
          <a:off x="2666976" y="1214422"/>
          <a:ext cx="785818" cy="466580"/>
        </p:xfrm>
        <a:graphic>
          <a:graphicData uri="http://schemas.openxmlformats.org/presentationml/2006/ole">
            <mc:AlternateContent xmlns:mc="http://schemas.openxmlformats.org/markup-compatibility/2006">
              <mc:Choice xmlns:v="urn:schemas-microsoft-com:vml" Requires="v">
                <p:oleObj name="公式" r:id="rId6" imgW="406080" imgH="241200" progId="Equation.3">
                  <p:embed/>
                </p:oleObj>
              </mc:Choice>
              <mc:Fallback>
                <p:oleObj name="公式" r:id="rId6" imgW="406080" imgH="241200" progId="Equation.3">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6976" y="1214422"/>
                        <a:ext cx="785818" cy="4665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3738546" y="1142984"/>
          <a:ext cx="3052350" cy="714380"/>
        </p:xfrm>
        <a:graphic>
          <a:graphicData uri="http://schemas.openxmlformats.org/presentationml/2006/ole">
            <mc:AlternateContent xmlns:mc="http://schemas.openxmlformats.org/markup-compatibility/2006">
              <mc:Choice xmlns:v="urn:schemas-microsoft-com:vml" Requires="v">
                <p:oleObj name="公式" r:id="rId8" imgW="1790640" imgH="419040" progId="Equation.3">
                  <p:embed/>
                </p:oleObj>
              </mc:Choice>
              <mc:Fallback>
                <p:oleObj name="公式" r:id="rId8" imgW="1790640" imgH="419040" progId="Equation.3">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8546" y="1142984"/>
                        <a:ext cx="3052350"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2" name="Object 6"/>
          <p:cNvGraphicFramePr>
            <a:graphicFrameLocks noChangeAspect="1"/>
          </p:cNvGraphicFramePr>
          <p:nvPr/>
        </p:nvGraphicFramePr>
        <p:xfrm>
          <a:off x="2666982" y="1928803"/>
          <a:ext cx="785813" cy="466725"/>
        </p:xfrm>
        <a:graphic>
          <a:graphicData uri="http://schemas.openxmlformats.org/presentationml/2006/ole">
            <mc:AlternateContent xmlns:mc="http://schemas.openxmlformats.org/markup-compatibility/2006">
              <mc:Choice xmlns:v="urn:schemas-microsoft-com:vml" Requires="v">
                <p:oleObj name="公式" r:id="rId10" imgW="406080" imgH="241200" progId="Equation.3">
                  <p:embed/>
                </p:oleObj>
              </mc:Choice>
              <mc:Fallback>
                <p:oleObj name="公式" r:id="rId10" imgW="406080" imgH="241200" progId="Equation.3">
                  <p:embed/>
                  <p:pic>
                    <p:nvPicPr>
                      <p:cNvPr id="2970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6982" y="1928803"/>
                        <a:ext cx="785813"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1952597" y="2000240"/>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29703" name="Object 7"/>
          <p:cNvGraphicFramePr>
            <a:graphicFrameLocks noChangeAspect="1"/>
          </p:cNvGraphicFramePr>
          <p:nvPr/>
        </p:nvGraphicFramePr>
        <p:xfrm>
          <a:off x="3667108" y="1857364"/>
          <a:ext cx="2928958" cy="786285"/>
        </p:xfrm>
        <a:graphic>
          <a:graphicData uri="http://schemas.openxmlformats.org/presentationml/2006/ole">
            <mc:AlternateContent xmlns:mc="http://schemas.openxmlformats.org/markup-compatibility/2006">
              <mc:Choice xmlns:v="urn:schemas-microsoft-com:vml" Requires="v">
                <p:oleObj name="公式" r:id="rId12" imgW="1562040" imgH="419040" progId="Equation.3">
                  <p:embed/>
                </p:oleObj>
              </mc:Choice>
              <mc:Fallback>
                <p:oleObj name="公式" r:id="rId12" imgW="1562040" imgH="419040" progId="Equation.3">
                  <p:embed/>
                  <p:pic>
                    <p:nvPicPr>
                      <p:cNvPr id="29703"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67108" y="1857364"/>
                        <a:ext cx="2928958" cy="786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2024034" y="2714620"/>
            <a:ext cx="415498" cy="369332"/>
          </a:xfrm>
          <a:prstGeom prst="rect">
            <a:avLst/>
          </a:prstGeom>
          <a:noFill/>
        </p:spPr>
        <p:txBody>
          <a:bodyPr wrap="none" rtlCol="0">
            <a:spAutoFit/>
          </a:bodyPr>
          <a:lstStyle/>
          <a:p>
            <a:r>
              <a:rPr lang="zh-CN" altLang="en-US" dirty="0"/>
              <a:t>解</a:t>
            </a:r>
          </a:p>
        </p:txBody>
      </p:sp>
      <p:graphicFrame>
        <p:nvGraphicFramePr>
          <p:cNvPr id="14" name="对象 13"/>
          <p:cNvGraphicFramePr>
            <a:graphicFrameLocks noChangeAspect="1"/>
          </p:cNvGraphicFramePr>
          <p:nvPr/>
        </p:nvGraphicFramePr>
        <p:xfrm>
          <a:off x="3149601" y="3000376"/>
          <a:ext cx="4646613" cy="428625"/>
        </p:xfrm>
        <a:graphic>
          <a:graphicData uri="http://schemas.openxmlformats.org/presentationml/2006/ole">
            <mc:AlternateContent xmlns:mc="http://schemas.openxmlformats.org/markup-compatibility/2006">
              <mc:Choice xmlns:v="urn:schemas-microsoft-com:vml" Requires="v">
                <p:oleObj name="公式" r:id="rId14" imgW="2616120" imgH="241200" progId="Equation.3">
                  <p:embed/>
                </p:oleObj>
              </mc:Choice>
              <mc:Fallback>
                <p:oleObj name="公式" r:id="rId14" imgW="2616120" imgH="241200" progId="Equation.3">
                  <p:embed/>
                  <p:pic>
                    <p:nvPicPr>
                      <p:cNvPr id="14" name="对象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49601" y="3000376"/>
                        <a:ext cx="4646613"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2524101" y="3071810"/>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16" name="对象 15"/>
          <p:cNvGraphicFramePr>
            <a:graphicFrameLocks noChangeAspect="1"/>
          </p:cNvGraphicFramePr>
          <p:nvPr/>
        </p:nvGraphicFramePr>
        <p:xfrm>
          <a:off x="3809985" y="3500439"/>
          <a:ext cx="2571769" cy="444215"/>
        </p:xfrm>
        <a:graphic>
          <a:graphicData uri="http://schemas.openxmlformats.org/presentationml/2006/ole">
            <mc:AlternateContent xmlns:mc="http://schemas.openxmlformats.org/markup-compatibility/2006">
              <mc:Choice xmlns:v="urn:schemas-microsoft-com:vml" Requires="v">
                <p:oleObj name="公式" r:id="rId16" imgW="1396800" imgH="241200" progId="Equation.3">
                  <p:embed/>
                </p:oleObj>
              </mc:Choice>
              <mc:Fallback>
                <p:oleObj name="公式" r:id="rId16" imgW="1396800" imgH="241200" progId="Equation.3">
                  <p:embed/>
                  <p:pic>
                    <p:nvPicPr>
                      <p:cNvPr id="16" name="对象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09985" y="3500439"/>
                        <a:ext cx="2571769" cy="444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2881290" y="4071942"/>
          <a:ext cx="6305180" cy="500066"/>
        </p:xfrm>
        <a:graphic>
          <a:graphicData uri="http://schemas.openxmlformats.org/presentationml/2006/ole">
            <mc:AlternateContent xmlns:mc="http://schemas.openxmlformats.org/markup-compatibility/2006">
              <mc:Choice xmlns:v="urn:schemas-microsoft-com:vml" Requires="v">
                <p:oleObj name="公式" r:id="rId18" imgW="3682800" imgH="291960" progId="Equation.3">
                  <p:embed/>
                </p:oleObj>
              </mc:Choice>
              <mc:Fallback>
                <p:oleObj name="公式" r:id="rId18" imgW="3682800" imgH="291960" progId="Equation.3">
                  <p:embed/>
                  <p:pic>
                    <p:nvPicPr>
                      <p:cNvPr id="17" name="对象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81290" y="4071942"/>
                        <a:ext cx="6305180"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2524100" y="4857760"/>
          <a:ext cx="4437816" cy="714380"/>
        </p:xfrm>
        <a:graphic>
          <a:graphicData uri="http://schemas.openxmlformats.org/presentationml/2006/ole">
            <mc:AlternateContent xmlns:mc="http://schemas.openxmlformats.org/markup-compatibility/2006">
              <mc:Choice xmlns:v="urn:schemas-microsoft-com:vml" Requires="v">
                <p:oleObj name="公式" r:id="rId20" imgW="2603160" imgH="419040" progId="Equation.3">
                  <p:embed/>
                </p:oleObj>
              </mc:Choice>
              <mc:Fallback>
                <p:oleObj name="公式" r:id="rId20" imgW="2603160" imgH="419040" progId="Equation.3">
                  <p:embed/>
                  <p:pic>
                    <p:nvPicPr>
                      <p:cNvPr id="18" name="对象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24100" y="4857760"/>
                        <a:ext cx="4437816"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组合 20"/>
          <p:cNvGrpSpPr/>
          <p:nvPr/>
        </p:nvGrpSpPr>
        <p:grpSpPr>
          <a:xfrm>
            <a:off x="2381224" y="5786454"/>
            <a:ext cx="2714644" cy="500066"/>
            <a:chOff x="857224" y="5786454"/>
            <a:chExt cx="2714644" cy="500066"/>
          </a:xfrm>
        </p:grpSpPr>
        <p:graphicFrame>
          <p:nvGraphicFramePr>
            <p:cNvPr id="19" name="对象 18"/>
            <p:cNvGraphicFramePr>
              <a:graphicFrameLocks noChangeAspect="1"/>
            </p:cNvGraphicFramePr>
            <p:nvPr/>
          </p:nvGraphicFramePr>
          <p:xfrm>
            <a:off x="1000100" y="5786454"/>
            <a:ext cx="2357452" cy="428628"/>
          </p:xfrm>
          <a:graphic>
            <a:graphicData uri="http://schemas.openxmlformats.org/presentationml/2006/ole">
              <mc:AlternateContent xmlns:mc="http://schemas.openxmlformats.org/markup-compatibility/2006">
                <mc:Choice xmlns:v="urn:schemas-microsoft-com:vml" Requires="v">
                  <p:oleObj name="公式" r:id="rId22" imgW="1117440" imgH="203040" progId="Equation.3">
                    <p:embed/>
                  </p:oleObj>
                </mc:Choice>
                <mc:Fallback>
                  <p:oleObj name="公式" r:id="rId22" imgW="1117440" imgH="203040" progId="Equation.3">
                    <p:embed/>
                    <p:pic>
                      <p:nvPicPr>
                        <p:cNvPr id="19" name="对象 1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00100" y="5786454"/>
                          <a:ext cx="2357452"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857224" y="5786454"/>
              <a:ext cx="2714644" cy="500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52597" y="285728"/>
            <a:ext cx="4214615" cy="369332"/>
          </a:xfrm>
          <a:prstGeom prst="rect">
            <a:avLst/>
          </a:prstGeom>
          <a:noFill/>
        </p:spPr>
        <p:txBody>
          <a:bodyPr wrap="none" rtlCol="0">
            <a:spAutoFit/>
          </a:bodyPr>
          <a:lstStyle/>
          <a:p>
            <a:r>
              <a:rPr lang="en-US" altLang="zh-CN" dirty="0"/>
              <a:t>7.20   </a:t>
            </a:r>
            <a:r>
              <a:rPr lang="zh-CN" altLang="en-US" dirty="0"/>
              <a:t>应用以下元素电势图，判断标态下</a:t>
            </a:r>
          </a:p>
        </p:txBody>
      </p:sp>
      <p:graphicFrame>
        <p:nvGraphicFramePr>
          <p:cNvPr id="5" name="对象 4"/>
          <p:cNvGraphicFramePr>
            <a:graphicFrameLocks noChangeAspect="1"/>
          </p:cNvGraphicFramePr>
          <p:nvPr/>
        </p:nvGraphicFramePr>
        <p:xfrm>
          <a:off x="6096001" y="285728"/>
          <a:ext cx="2689225" cy="357188"/>
        </p:xfrm>
        <a:graphic>
          <a:graphicData uri="http://schemas.openxmlformats.org/presentationml/2006/ole">
            <mc:AlternateContent xmlns:mc="http://schemas.openxmlformats.org/markup-compatibility/2006">
              <mc:Choice xmlns:v="urn:schemas-microsoft-com:vml" Requires="v">
                <p:oleObj name="公式" r:id="rId2" imgW="1815840" imgH="241200" progId="Equation.3">
                  <p:embed/>
                </p:oleObj>
              </mc:Choice>
              <mc:Fallback>
                <p:oleObj name="公式" r:id="rId2" imgW="1815840" imgH="24120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285728"/>
                        <a:ext cx="2689225"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nvGraphicFramePr>
        <p:xfrm>
          <a:off x="2524101" y="714356"/>
          <a:ext cx="4714909" cy="319654"/>
        </p:xfrm>
        <a:graphic>
          <a:graphicData uri="http://schemas.openxmlformats.org/presentationml/2006/ole">
            <mc:AlternateContent xmlns:mc="http://schemas.openxmlformats.org/markup-compatibility/2006">
              <mc:Choice xmlns:v="urn:schemas-microsoft-com:vml" Requires="v">
                <p:oleObj name="公式" r:id="rId4" imgW="2997000" imgH="203040" progId="Equation.3">
                  <p:embed/>
                </p:oleObj>
              </mc:Choice>
              <mc:Fallback>
                <p:oleObj name="公式" r:id="rId4" imgW="2997000" imgH="203040" progId="Equation.3">
                  <p:embed/>
                  <p:pic>
                    <p:nvPicPr>
                      <p:cNvPr id="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101" y="714356"/>
                        <a:ext cx="4714909" cy="319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Box 6"/>
          <p:cNvSpPr txBox="1"/>
          <p:nvPr/>
        </p:nvSpPr>
        <p:spPr>
          <a:xfrm>
            <a:off x="1952597" y="1285860"/>
            <a:ext cx="763351" cy="369332"/>
          </a:xfrm>
          <a:prstGeom prst="rect">
            <a:avLst/>
          </a:prstGeom>
          <a:noFill/>
        </p:spPr>
        <p:txBody>
          <a:bodyPr wrap="none" rtlCol="0">
            <a:spAutoFit/>
          </a:bodyPr>
          <a:lstStyle/>
          <a:p>
            <a:r>
              <a:rPr lang="zh-CN" altLang="en-US" dirty="0"/>
              <a:t>（</a:t>
            </a:r>
            <a:r>
              <a:rPr lang="en-US" altLang="zh-CN" dirty="0"/>
              <a:t>1</a:t>
            </a:r>
            <a:r>
              <a:rPr lang="zh-CN" altLang="en-US" dirty="0"/>
              <a:t>）</a:t>
            </a:r>
          </a:p>
        </p:txBody>
      </p:sp>
      <p:graphicFrame>
        <p:nvGraphicFramePr>
          <p:cNvPr id="8" name="对象 7"/>
          <p:cNvGraphicFramePr>
            <a:graphicFrameLocks noChangeAspect="1"/>
          </p:cNvGraphicFramePr>
          <p:nvPr/>
        </p:nvGraphicFramePr>
        <p:xfrm>
          <a:off x="2666976" y="1214422"/>
          <a:ext cx="785818" cy="466580"/>
        </p:xfrm>
        <a:graphic>
          <a:graphicData uri="http://schemas.openxmlformats.org/presentationml/2006/ole">
            <mc:AlternateContent xmlns:mc="http://schemas.openxmlformats.org/markup-compatibility/2006">
              <mc:Choice xmlns:v="urn:schemas-microsoft-com:vml" Requires="v">
                <p:oleObj name="公式" r:id="rId6" imgW="406080" imgH="241200" progId="Equation.3">
                  <p:embed/>
                </p:oleObj>
              </mc:Choice>
              <mc:Fallback>
                <p:oleObj name="公式" r:id="rId6" imgW="406080" imgH="241200" progId="Equation.3">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6976" y="1214422"/>
                        <a:ext cx="785818" cy="4665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3738546" y="1142984"/>
          <a:ext cx="3052350" cy="714380"/>
        </p:xfrm>
        <a:graphic>
          <a:graphicData uri="http://schemas.openxmlformats.org/presentationml/2006/ole">
            <mc:AlternateContent xmlns:mc="http://schemas.openxmlformats.org/markup-compatibility/2006">
              <mc:Choice xmlns:v="urn:schemas-microsoft-com:vml" Requires="v">
                <p:oleObj name="公式" r:id="rId8" imgW="1790640" imgH="419040" progId="Equation.3">
                  <p:embed/>
                </p:oleObj>
              </mc:Choice>
              <mc:Fallback>
                <p:oleObj name="公式" r:id="rId8" imgW="1790640" imgH="419040" progId="Equation.3">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8546" y="1142984"/>
                        <a:ext cx="3052350"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6"/>
          <p:cNvGraphicFramePr>
            <a:graphicFrameLocks noChangeAspect="1"/>
          </p:cNvGraphicFramePr>
          <p:nvPr/>
        </p:nvGraphicFramePr>
        <p:xfrm>
          <a:off x="2666982" y="1928803"/>
          <a:ext cx="785813" cy="466725"/>
        </p:xfrm>
        <a:graphic>
          <a:graphicData uri="http://schemas.openxmlformats.org/presentationml/2006/ole">
            <mc:AlternateContent xmlns:mc="http://schemas.openxmlformats.org/markup-compatibility/2006">
              <mc:Choice xmlns:v="urn:schemas-microsoft-com:vml" Requires="v">
                <p:oleObj name="公式" r:id="rId10" imgW="406080" imgH="241200" progId="Equation.3">
                  <p:embed/>
                </p:oleObj>
              </mc:Choice>
              <mc:Fallback>
                <p:oleObj name="公式" r:id="rId10" imgW="406080" imgH="241200" progId="Equation.3">
                  <p:embed/>
                  <p:pic>
                    <p:nvPicPr>
                      <p:cNvPr id="1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6982" y="1928803"/>
                        <a:ext cx="785813"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1952597" y="2000240"/>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aphicFrame>
        <p:nvGraphicFramePr>
          <p:cNvPr id="12" name="Object 7"/>
          <p:cNvGraphicFramePr>
            <a:graphicFrameLocks noChangeAspect="1"/>
          </p:cNvGraphicFramePr>
          <p:nvPr/>
        </p:nvGraphicFramePr>
        <p:xfrm>
          <a:off x="3667108" y="1857364"/>
          <a:ext cx="2928958" cy="786285"/>
        </p:xfrm>
        <a:graphic>
          <a:graphicData uri="http://schemas.openxmlformats.org/presentationml/2006/ole">
            <mc:AlternateContent xmlns:mc="http://schemas.openxmlformats.org/markup-compatibility/2006">
              <mc:Choice xmlns:v="urn:schemas-microsoft-com:vml" Requires="v">
                <p:oleObj name="公式" r:id="rId12" imgW="1562040" imgH="419040" progId="Equation.3">
                  <p:embed/>
                </p:oleObj>
              </mc:Choice>
              <mc:Fallback>
                <p:oleObj name="公式" r:id="rId12" imgW="1562040" imgH="419040" progId="Equation.3">
                  <p:embed/>
                  <p:pic>
                    <p:nvPicPr>
                      <p:cNvPr id="12"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67108" y="1857364"/>
                        <a:ext cx="2928958" cy="786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2024034" y="2714620"/>
            <a:ext cx="415498" cy="369332"/>
          </a:xfrm>
          <a:prstGeom prst="rect">
            <a:avLst/>
          </a:prstGeom>
          <a:noFill/>
        </p:spPr>
        <p:txBody>
          <a:bodyPr wrap="none" rtlCol="0">
            <a:spAutoFit/>
          </a:bodyPr>
          <a:lstStyle/>
          <a:p>
            <a:r>
              <a:rPr lang="zh-CN" altLang="en-US" dirty="0"/>
              <a:t>解</a:t>
            </a:r>
          </a:p>
        </p:txBody>
      </p:sp>
      <p:sp>
        <p:nvSpPr>
          <p:cNvPr id="15" name="TextBox 14"/>
          <p:cNvSpPr txBox="1"/>
          <p:nvPr/>
        </p:nvSpPr>
        <p:spPr>
          <a:xfrm>
            <a:off x="2595539" y="3000372"/>
            <a:ext cx="763351" cy="369332"/>
          </a:xfrm>
          <a:prstGeom prst="rect">
            <a:avLst/>
          </a:prstGeom>
          <a:noFill/>
        </p:spPr>
        <p:txBody>
          <a:bodyPr wrap="none" rtlCol="0">
            <a:spAutoFit/>
          </a:bodyPr>
          <a:lstStyle/>
          <a:p>
            <a:r>
              <a:rPr lang="zh-CN" altLang="en-US" dirty="0"/>
              <a:t>（</a:t>
            </a:r>
            <a:r>
              <a:rPr lang="en-US" altLang="zh-CN" dirty="0"/>
              <a:t>2</a:t>
            </a:r>
            <a:r>
              <a:rPr lang="zh-CN" altLang="en-US" dirty="0"/>
              <a:t>）</a:t>
            </a:r>
          </a:p>
        </p:txBody>
      </p:sp>
      <p:grpSp>
        <p:nvGrpSpPr>
          <p:cNvPr id="21" name="组合 20"/>
          <p:cNvGrpSpPr/>
          <p:nvPr/>
        </p:nvGrpSpPr>
        <p:grpSpPr>
          <a:xfrm>
            <a:off x="2952728" y="3000372"/>
            <a:ext cx="3876800" cy="857256"/>
            <a:chOff x="1428728" y="3000372"/>
            <a:chExt cx="3876800" cy="857256"/>
          </a:xfrm>
        </p:grpSpPr>
        <p:sp>
          <p:nvSpPr>
            <p:cNvPr id="14" name="TextBox 13"/>
            <p:cNvSpPr txBox="1"/>
            <p:nvPr/>
          </p:nvSpPr>
          <p:spPr>
            <a:xfrm>
              <a:off x="1714480" y="3000372"/>
              <a:ext cx="3591048" cy="369332"/>
            </a:xfrm>
            <a:prstGeom prst="rect">
              <a:avLst/>
            </a:prstGeom>
            <a:noFill/>
          </p:spPr>
          <p:txBody>
            <a:bodyPr wrap="none" rtlCol="0">
              <a:spAutoFit/>
            </a:bodyPr>
            <a:lstStyle/>
            <a:p>
              <a:r>
                <a:rPr lang="en-US" altLang="zh-CN" dirty="0"/>
                <a:t>I</a:t>
              </a:r>
              <a:r>
                <a:rPr lang="en-US" altLang="zh-CN" baseline="-25000" dirty="0"/>
                <a:t>2</a:t>
              </a:r>
              <a:r>
                <a:rPr lang="zh-CN" altLang="en-US" dirty="0"/>
                <a:t>在碱性介质中能发生歧化反应：</a:t>
              </a:r>
            </a:p>
          </p:txBody>
        </p:sp>
        <p:graphicFrame>
          <p:nvGraphicFramePr>
            <p:cNvPr id="16" name="对象 15"/>
            <p:cNvGraphicFramePr>
              <a:graphicFrameLocks noChangeAspect="1"/>
            </p:cNvGraphicFramePr>
            <p:nvPr/>
          </p:nvGraphicFramePr>
          <p:xfrm>
            <a:off x="1428728" y="3429000"/>
            <a:ext cx="3789977" cy="428628"/>
          </p:xfrm>
          <a:graphic>
            <a:graphicData uri="http://schemas.openxmlformats.org/presentationml/2006/ole">
              <mc:AlternateContent xmlns:mc="http://schemas.openxmlformats.org/markup-compatibility/2006">
                <mc:Choice xmlns:v="urn:schemas-microsoft-com:vml" Requires="v">
                  <p:oleObj name="公式" r:id="rId14" imgW="2133360" imgH="241200" progId="Equation.3">
                    <p:embed/>
                  </p:oleObj>
                </mc:Choice>
                <mc:Fallback>
                  <p:oleObj name="公式" r:id="rId14" imgW="2133360" imgH="241200" progId="Equation.3">
                    <p:embed/>
                    <p:pic>
                      <p:nvPicPr>
                        <p:cNvPr id="16"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8728" y="3429000"/>
                          <a:ext cx="3789977"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 name="对象 16"/>
          <p:cNvGraphicFramePr>
            <a:graphicFrameLocks noChangeAspect="1"/>
          </p:cNvGraphicFramePr>
          <p:nvPr/>
        </p:nvGraphicFramePr>
        <p:xfrm>
          <a:off x="2881290" y="3929066"/>
          <a:ext cx="5870340" cy="500066"/>
        </p:xfrm>
        <a:graphic>
          <a:graphicData uri="http://schemas.openxmlformats.org/presentationml/2006/ole">
            <mc:AlternateContent xmlns:mc="http://schemas.openxmlformats.org/markup-compatibility/2006">
              <mc:Choice xmlns:v="urn:schemas-microsoft-com:vml" Requires="v">
                <p:oleObj name="公式" r:id="rId16" imgW="3429000" imgH="291960" progId="Equation.3">
                  <p:embed/>
                </p:oleObj>
              </mc:Choice>
              <mc:Fallback>
                <p:oleObj name="公式" r:id="rId16" imgW="3429000" imgH="291960" progId="Equation.3">
                  <p:embed/>
                  <p:pic>
                    <p:nvPicPr>
                      <p:cNvPr id="17" name="对象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81290" y="3929066"/>
                        <a:ext cx="5870340"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组合 21"/>
          <p:cNvGrpSpPr/>
          <p:nvPr/>
        </p:nvGrpSpPr>
        <p:grpSpPr>
          <a:xfrm>
            <a:off x="2595538" y="4572008"/>
            <a:ext cx="4500594" cy="627849"/>
            <a:chOff x="1071538" y="4572007"/>
            <a:chExt cx="4500594" cy="627849"/>
          </a:xfrm>
        </p:grpSpPr>
        <p:graphicFrame>
          <p:nvGraphicFramePr>
            <p:cNvPr id="18" name="对象 17"/>
            <p:cNvGraphicFramePr>
              <a:graphicFrameLocks noChangeAspect="1"/>
            </p:cNvGraphicFramePr>
            <p:nvPr/>
          </p:nvGraphicFramePr>
          <p:xfrm>
            <a:off x="1071538" y="4572007"/>
            <a:ext cx="2786082" cy="627849"/>
          </p:xfrm>
          <a:graphic>
            <a:graphicData uri="http://schemas.openxmlformats.org/presentationml/2006/ole">
              <mc:AlternateContent xmlns:mc="http://schemas.openxmlformats.org/markup-compatibility/2006">
                <mc:Choice xmlns:v="urn:schemas-microsoft-com:vml" Requires="v">
                  <p:oleObj name="公式" r:id="rId18" imgW="1803240" imgH="406080" progId="Equation.3">
                    <p:embed/>
                  </p:oleObj>
                </mc:Choice>
                <mc:Fallback>
                  <p:oleObj name="公式" r:id="rId18" imgW="1803240" imgH="406080" progId="Equation.3">
                    <p:embed/>
                    <p:pic>
                      <p:nvPicPr>
                        <p:cNvPr id="18" name="对象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71538" y="4572007"/>
                          <a:ext cx="2786082" cy="6278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nvGraphicFramePr>
          <p:xfrm>
            <a:off x="4143372" y="4643447"/>
            <a:ext cx="1357322" cy="368087"/>
          </p:xfrm>
          <a:graphic>
            <a:graphicData uri="http://schemas.openxmlformats.org/presentationml/2006/ole">
              <mc:AlternateContent xmlns:mc="http://schemas.openxmlformats.org/markup-compatibility/2006">
                <mc:Choice xmlns:v="urn:schemas-microsoft-com:vml" Requires="v">
                  <p:oleObj name="公式" r:id="rId20" imgW="749160" imgH="203040" progId="Equation.3">
                    <p:embed/>
                  </p:oleObj>
                </mc:Choice>
                <mc:Fallback>
                  <p:oleObj name="公式" r:id="rId20" imgW="749160" imgH="203040" progId="Equation.3">
                    <p:embed/>
                    <p:pic>
                      <p:nvPicPr>
                        <p:cNvPr id="19" name="对象 1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43372" y="4643447"/>
                          <a:ext cx="1357322" cy="368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4071934" y="4643446"/>
              <a:ext cx="1500198" cy="4286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81158" y="285728"/>
            <a:ext cx="1712328" cy="369332"/>
          </a:xfrm>
          <a:prstGeom prst="rect">
            <a:avLst/>
          </a:prstGeom>
          <a:noFill/>
        </p:spPr>
        <p:txBody>
          <a:bodyPr wrap="none" rtlCol="0">
            <a:spAutoFit/>
          </a:bodyPr>
          <a:lstStyle/>
          <a:p>
            <a:r>
              <a:rPr lang="en-US" altLang="zh-CN" dirty="0"/>
              <a:t>7.24   </a:t>
            </a:r>
            <a:r>
              <a:rPr lang="zh-CN" altLang="en-US" dirty="0"/>
              <a:t>已知电池</a:t>
            </a:r>
          </a:p>
        </p:txBody>
      </p:sp>
      <p:graphicFrame>
        <p:nvGraphicFramePr>
          <p:cNvPr id="5" name="对象 4"/>
          <p:cNvGraphicFramePr>
            <a:graphicFrameLocks noChangeAspect="1"/>
          </p:cNvGraphicFramePr>
          <p:nvPr/>
        </p:nvGraphicFramePr>
        <p:xfrm>
          <a:off x="3551238" y="285751"/>
          <a:ext cx="5981700" cy="500063"/>
        </p:xfrm>
        <a:graphic>
          <a:graphicData uri="http://schemas.openxmlformats.org/presentationml/2006/ole">
            <mc:AlternateContent xmlns:mc="http://schemas.openxmlformats.org/markup-compatibility/2006">
              <mc:Choice xmlns:v="urn:schemas-microsoft-com:vml" Requires="v">
                <p:oleObj name="公式" r:id="rId2" imgW="3644640" imgH="304560" progId="Equation.3">
                  <p:embed/>
                </p:oleObj>
              </mc:Choice>
              <mc:Fallback>
                <p:oleObj name="公式" r:id="rId2" imgW="3644640" imgH="304560" progId="Equation.3">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1238" y="285751"/>
                        <a:ext cx="598170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1809721" y="785794"/>
            <a:ext cx="8696611" cy="369332"/>
          </a:xfrm>
          <a:prstGeom prst="rect">
            <a:avLst/>
          </a:prstGeom>
          <a:noFill/>
        </p:spPr>
        <p:txBody>
          <a:bodyPr wrap="none" rtlCol="0">
            <a:spAutoFit/>
          </a:bodyPr>
          <a:lstStyle/>
          <a:p>
            <a:r>
              <a:rPr lang="zh-CN" altLang="en-US" dirty="0">
                <a:solidFill>
                  <a:srgbClr val="FF0000"/>
                </a:solidFill>
              </a:rPr>
              <a:t>向负极加入</a:t>
            </a:r>
            <a:r>
              <a:rPr lang="en-US" altLang="zh-CN" dirty="0">
                <a:solidFill>
                  <a:srgbClr val="FF0000"/>
                </a:solidFill>
              </a:rPr>
              <a:t>K</a:t>
            </a:r>
            <a:r>
              <a:rPr lang="en-US" altLang="zh-CN" baseline="-25000" dirty="0">
                <a:solidFill>
                  <a:srgbClr val="FF0000"/>
                </a:solidFill>
              </a:rPr>
              <a:t>2</a:t>
            </a:r>
            <a:r>
              <a:rPr lang="en-US" altLang="zh-CN" dirty="0">
                <a:solidFill>
                  <a:srgbClr val="FF0000"/>
                </a:solidFill>
              </a:rPr>
              <a:t>CrO</a:t>
            </a:r>
            <a:r>
              <a:rPr lang="en-US" altLang="zh-CN" baseline="-25000" dirty="0">
                <a:solidFill>
                  <a:srgbClr val="FF0000"/>
                </a:solidFill>
              </a:rPr>
              <a:t>4</a:t>
            </a:r>
            <a:r>
              <a:rPr lang="zh-CN" altLang="en-US" dirty="0">
                <a:solidFill>
                  <a:srgbClr val="FF0000"/>
                </a:solidFill>
              </a:rPr>
              <a:t>溶液，使</a:t>
            </a:r>
            <a:r>
              <a:rPr lang="en-US" altLang="zh-CN" dirty="0">
                <a:solidFill>
                  <a:srgbClr val="FF0000"/>
                </a:solidFill>
              </a:rPr>
              <a:t>Ag</a:t>
            </a:r>
            <a:r>
              <a:rPr lang="en-US" altLang="zh-CN" baseline="30000" dirty="0">
                <a:solidFill>
                  <a:srgbClr val="FF0000"/>
                </a:solidFill>
              </a:rPr>
              <a:t>+</a:t>
            </a:r>
            <a:r>
              <a:rPr lang="zh-CN" altLang="en-US" dirty="0">
                <a:solidFill>
                  <a:srgbClr val="FF0000"/>
                </a:solidFill>
              </a:rPr>
              <a:t>完全生成</a:t>
            </a:r>
            <a:r>
              <a:rPr lang="en-US" altLang="zh-CN" dirty="0">
                <a:solidFill>
                  <a:srgbClr val="FF0000"/>
                </a:solidFill>
              </a:rPr>
              <a:t>Ag</a:t>
            </a:r>
            <a:r>
              <a:rPr lang="en-US" altLang="zh-CN" baseline="-25000" dirty="0">
                <a:solidFill>
                  <a:srgbClr val="FF0000"/>
                </a:solidFill>
              </a:rPr>
              <a:t>2</a:t>
            </a:r>
            <a:r>
              <a:rPr lang="en-US" altLang="zh-CN" dirty="0">
                <a:solidFill>
                  <a:srgbClr val="FF0000"/>
                </a:solidFill>
              </a:rPr>
              <a:t>CrO</a:t>
            </a:r>
            <a:r>
              <a:rPr lang="en-US" altLang="zh-CN" baseline="-25000" dirty="0">
                <a:solidFill>
                  <a:srgbClr val="FF0000"/>
                </a:solidFill>
              </a:rPr>
              <a:t>4</a:t>
            </a:r>
            <a:r>
              <a:rPr lang="zh-CN" altLang="en-US" dirty="0">
                <a:solidFill>
                  <a:srgbClr val="FF0000"/>
                </a:solidFill>
              </a:rPr>
              <a:t>沉淀，并使</a:t>
            </a:r>
            <a:r>
              <a:rPr lang="en-US" altLang="zh-CN" dirty="0">
                <a:solidFill>
                  <a:srgbClr val="FF0000"/>
                </a:solidFill>
              </a:rPr>
              <a:t>[CrO</a:t>
            </a:r>
            <a:r>
              <a:rPr lang="en-US" altLang="zh-CN" baseline="-25000" dirty="0">
                <a:solidFill>
                  <a:srgbClr val="FF0000"/>
                </a:solidFill>
              </a:rPr>
              <a:t>4</a:t>
            </a:r>
            <a:r>
              <a:rPr lang="en-US" altLang="zh-CN" baseline="30000" dirty="0">
                <a:solidFill>
                  <a:srgbClr val="FF0000"/>
                </a:solidFill>
              </a:rPr>
              <a:t>2-</a:t>
            </a:r>
            <a:r>
              <a:rPr lang="en-US" altLang="zh-CN" dirty="0">
                <a:solidFill>
                  <a:srgbClr val="FF0000"/>
                </a:solidFill>
              </a:rPr>
              <a:t>]=0.10mol/dm</a:t>
            </a:r>
            <a:r>
              <a:rPr lang="en-US" altLang="zh-CN" baseline="30000" dirty="0">
                <a:solidFill>
                  <a:srgbClr val="FF0000"/>
                </a:solidFill>
              </a:rPr>
              <a:t>3</a:t>
            </a:r>
            <a:r>
              <a:rPr lang="zh-CN" altLang="en-US" dirty="0"/>
              <a:t>，</a:t>
            </a:r>
            <a:endParaRPr lang="en-US" altLang="zh-CN" dirty="0"/>
          </a:p>
        </p:txBody>
      </p:sp>
      <p:graphicFrame>
        <p:nvGraphicFramePr>
          <p:cNvPr id="7" name="对象 6"/>
          <p:cNvGraphicFramePr>
            <a:graphicFrameLocks noChangeAspect="1"/>
          </p:cNvGraphicFramePr>
          <p:nvPr/>
        </p:nvGraphicFramePr>
        <p:xfrm>
          <a:off x="5524496" y="1142984"/>
          <a:ext cx="928694" cy="412752"/>
        </p:xfrm>
        <a:graphic>
          <a:graphicData uri="http://schemas.openxmlformats.org/presentationml/2006/ole">
            <mc:AlternateContent xmlns:mc="http://schemas.openxmlformats.org/markup-compatibility/2006">
              <mc:Choice xmlns:v="urn:schemas-microsoft-com:vml" Requires="v">
                <p:oleObj name="公式" r:id="rId4" imgW="571320" imgH="253800" progId="Equation.3">
                  <p:embed/>
                </p:oleObj>
              </mc:Choice>
              <mc:Fallback>
                <p:oleObj name="公式" r:id="rId4" imgW="571320" imgH="253800" progId="Equation.3">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4496" y="1142984"/>
                        <a:ext cx="928694" cy="4127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1809721" y="1214422"/>
            <a:ext cx="3775393" cy="369332"/>
          </a:xfrm>
          <a:prstGeom prst="rect">
            <a:avLst/>
          </a:prstGeom>
        </p:spPr>
        <p:txBody>
          <a:bodyPr wrap="none">
            <a:spAutoFit/>
          </a:bodyPr>
          <a:lstStyle/>
          <a:p>
            <a:r>
              <a:rPr lang="en-US" altLang="zh-CN" dirty="0"/>
              <a:t>298K</a:t>
            </a:r>
            <a:r>
              <a:rPr lang="zh-CN" altLang="en-US" dirty="0"/>
              <a:t>时测</a:t>
            </a:r>
            <a:r>
              <a:rPr lang="zh-CN" altLang="en-US" dirty="0">
                <a:solidFill>
                  <a:srgbClr val="FF0000"/>
                </a:solidFill>
              </a:rPr>
              <a:t>电池电动势为</a:t>
            </a:r>
            <a:r>
              <a:rPr lang="en-US" altLang="zh-CN" dirty="0">
                <a:solidFill>
                  <a:srgbClr val="FF0000"/>
                </a:solidFill>
              </a:rPr>
              <a:t>0.26V</a:t>
            </a:r>
            <a:r>
              <a:rPr lang="zh-CN" altLang="en-US" dirty="0"/>
              <a:t>，计算</a:t>
            </a:r>
            <a:endParaRPr lang="zh-CN" altLang="en-US" baseline="-25000" dirty="0"/>
          </a:p>
        </p:txBody>
      </p:sp>
      <p:sp>
        <p:nvSpPr>
          <p:cNvPr id="9" name="TextBox 8"/>
          <p:cNvSpPr txBox="1"/>
          <p:nvPr/>
        </p:nvSpPr>
        <p:spPr>
          <a:xfrm>
            <a:off x="1952596" y="1928802"/>
            <a:ext cx="415498" cy="369332"/>
          </a:xfrm>
          <a:prstGeom prst="rect">
            <a:avLst/>
          </a:prstGeom>
          <a:noFill/>
        </p:spPr>
        <p:txBody>
          <a:bodyPr wrap="none" rtlCol="0">
            <a:spAutoFit/>
          </a:bodyPr>
          <a:lstStyle/>
          <a:p>
            <a:r>
              <a:rPr lang="zh-CN" altLang="en-US" dirty="0"/>
              <a:t>解</a:t>
            </a:r>
          </a:p>
        </p:txBody>
      </p:sp>
      <p:graphicFrame>
        <p:nvGraphicFramePr>
          <p:cNvPr id="10" name="对象 9"/>
          <p:cNvGraphicFramePr>
            <a:graphicFrameLocks noChangeAspect="1"/>
          </p:cNvGraphicFramePr>
          <p:nvPr/>
        </p:nvGraphicFramePr>
        <p:xfrm>
          <a:off x="2024034" y="2357430"/>
          <a:ext cx="8419478" cy="1071570"/>
        </p:xfrm>
        <a:graphic>
          <a:graphicData uri="http://schemas.openxmlformats.org/presentationml/2006/ole">
            <mc:AlternateContent xmlns:mc="http://schemas.openxmlformats.org/markup-compatibility/2006">
              <mc:Choice xmlns:v="urn:schemas-microsoft-com:vml" Requires="v">
                <p:oleObj name="公式" r:id="rId6" imgW="4190760" imgH="533160" progId="Equation.3">
                  <p:embed/>
                </p:oleObj>
              </mc:Choice>
              <mc:Fallback>
                <p:oleObj name="公式" r:id="rId6" imgW="4190760" imgH="533160" progId="Equation.3">
                  <p:embed/>
                  <p:pic>
                    <p:nvPicPr>
                      <p:cNvPr id="1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4034" y="2357430"/>
                        <a:ext cx="8419478" cy="1071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2095472" y="3714752"/>
          <a:ext cx="6026436" cy="1000132"/>
        </p:xfrm>
        <a:graphic>
          <a:graphicData uri="http://schemas.openxmlformats.org/presentationml/2006/ole">
            <mc:AlternateContent xmlns:mc="http://schemas.openxmlformats.org/markup-compatibility/2006">
              <mc:Choice xmlns:v="urn:schemas-microsoft-com:vml" Requires="v">
                <p:oleObj name="公式" r:id="rId8" imgW="2984400" imgH="495000" progId="Equation.3">
                  <p:embed/>
                </p:oleObj>
              </mc:Choice>
              <mc:Fallback>
                <p:oleObj name="公式" r:id="rId8" imgW="2984400" imgH="495000" progId="Equation.3">
                  <p:embed/>
                  <p:pic>
                    <p:nvPicPr>
                      <p:cNvPr id="11" name="对象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95472" y="3714752"/>
                        <a:ext cx="6026436" cy="1000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组合 13"/>
          <p:cNvGrpSpPr/>
          <p:nvPr/>
        </p:nvGrpSpPr>
        <p:grpSpPr>
          <a:xfrm>
            <a:off x="2166910" y="4929198"/>
            <a:ext cx="3214710" cy="642942"/>
            <a:chOff x="642910" y="4929198"/>
            <a:chExt cx="3214710" cy="642942"/>
          </a:xfrm>
        </p:grpSpPr>
        <p:graphicFrame>
          <p:nvGraphicFramePr>
            <p:cNvPr id="12" name="对象 11"/>
            <p:cNvGraphicFramePr>
              <a:graphicFrameLocks noChangeAspect="1"/>
            </p:cNvGraphicFramePr>
            <p:nvPr/>
          </p:nvGraphicFramePr>
          <p:xfrm>
            <a:off x="642910" y="4929198"/>
            <a:ext cx="3211308" cy="571504"/>
          </p:xfrm>
          <a:graphic>
            <a:graphicData uri="http://schemas.openxmlformats.org/presentationml/2006/ole">
              <mc:AlternateContent xmlns:mc="http://schemas.openxmlformats.org/markup-compatibility/2006">
                <mc:Choice xmlns:v="urn:schemas-microsoft-com:vml" Requires="v">
                  <p:oleObj name="公式" r:id="rId10" imgW="1498320" imgH="266400" progId="Equation.3">
                    <p:embed/>
                  </p:oleObj>
                </mc:Choice>
                <mc:Fallback>
                  <p:oleObj name="公式" r:id="rId10" imgW="1498320" imgH="266400" progId="Equation.3">
                    <p:embed/>
                    <p:pic>
                      <p:nvPicPr>
                        <p:cNvPr id="12" name="对象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2910" y="4929198"/>
                          <a:ext cx="3211308"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642910" y="4929198"/>
              <a:ext cx="3214710"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38283" y="285728"/>
            <a:ext cx="1649811" cy="369332"/>
          </a:xfrm>
          <a:prstGeom prst="rect">
            <a:avLst/>
          </a:prstGeom>
          <a:noFill/>
        </p:spPr>
        <p:txBody>
          <a:bodyPr wrap="none" rtlCol="0">
            <a:spAutoFit/>
          </a:bodyPr>
          <a:lstStyle/>
          <a:p>
            <a:r>
              <a:rPr lang="en-US" altLang="zh-CN" dirty="0"/>
              <a:t>7.25  </a:t>
            </a:r>
            <a:r>
              <a:rPr lang="zh-CN" altLang="en-US" dirty="0"/>
              <a:t>已知电池</a:t>
            </a:r>
          </a:p>
        </p:txBody>
      </p:sp>
      <p:graphicFrame>
        <p:nvGraphicFramePr>
          <p:cNvPr id="32770" name="Object 2"/>
          <p:cNvGraphicFramePr>
            <a:graphicFrameLocks noChangeAspect="1"/>
          </p:cNvGraphicFramePr>
          <p:nvPr/>
        </p:nvGraphicFramePr>
        <p:xfrm>
          <a:off x="3309918" y="285728"/>
          <a:ext cx="6211888" cy="500062"/>
        </p:xfrm>
        <a:graphic>
          <a:graphicData uri="http://schemas.openxmlformats.org/presentationml/2006/ole">
            <mc:AlternateContent xmlns:mc="http://schemas.openxmlformats.org/markup-compatibility/2006">
              <mc:Choice xmlns:v="urn:schemas-microsoft-com:vml" Requires="v">
                <p:oleObj name="公式" r:id="rId2" imgW="3784320" imgH="304560" progId="Equation.3">
                  <p:embed/>
                </p:oleObj>
              </mc:Choice>
              <mc:Fallback>
                <p:oleObj name="公式" r:id="rId2" imgW="3784320" imgH="304560" progId="Equation.3">
                  <p:embed/>
                  <p:pic>
                    <p:nvPicPr>
                      <p:cNvPr id="3277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918" y="285728"/>
                        <a:ext cx="6211888"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1738282" y="928670"/>
            <a:ext cx="4761240" cy="369332"/>
          </a:xfrm>
          <a:prstGeom prst="rect">
            <a:avLst/>
          </a:prstGeom>
        </p:spPr>
        <p:txBody>
          <a:bodyPr wrap="none">
            <a:spAutoFit/>
          </a:bodyPr>
          <a:lstStyle/>
          <a:p>
            <a:r>
              <a:rPr lang="en-US" altLang="zh-CN" dirty="0"/>
              <a:t>298K</a:t>
            </a:r>
            <a:r>
              <a:rPr lang="zh-CN" altLang="en-US" dirty="0"/>
              <a:t>时测电池电动势为</a:t>
            </a:r>
            <a:r>
              <a:rPr lang="en-US" altLang="zh-CN" dirty="0"/>
              <a:t>0.49V</a:t>
            </a:r>
            <a:r>
              <a:rPr lang="zh-CN" altLang="en-US" dirty="0"/>
              <a:t>，计算溶液的</a:t>
            </a:r>
            <a:r>
              <a:rPr lang="en-US" altLang="zh-CN" dirty="0"/>
              <a:t>pH</a:t>
            </a:r>
            <a:endParaRPr lang="zh-CN" altLang="en-US" baseline="-25000" dirty="0"/>
          </a:p>
        </p:txBody>
      </p:sp>
      <p:graphicFrame>
        <p:nvGraphicFramePr>
          <p:cNvPr id="7" name="对象 6"/>
          <p:cNvGraphicFramePr>
            <a:graphicFrameLocks noChangeAspect="1"/>
          </p:cNvGraphicFramePr>
          <p:nvPr/>
        </p:nvGraphicFramePr>
        <p:xfrm>
          <a:off x="2095472" y="1928802"/>
          <a:ext cx="8126072" cy="714380"/>
        </p:xfrm>
        <a:graphic>
          <a:graphicData uri="http://schemas.openxmlformats.org/presentationml/2006/ole">
            <mc:AlternateContent xmlns:mc="http://schemas.openxmlformats.org/markup-compatibility/2006">
              <mc:Choice xmlns:v="urn:schemas-microsoft-com:vml" Requires="v">
                <p:oleObj name="公式" r:id="rId4" imgW="4622760" imgH="406080" progId="Equation.3">
                  <p:embed/>
                </p:oleObj>
              </mc:Choice>
              <mc:Fallback>
                <p:oleObj name="公式" r:id="rId4" imgW="4622760" imgH="406080" progId="Equation.3">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5472" y="1928802"/>
                        <a:ext cx="8126072"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2095472" y="1500174"/>
            <a:ext cx="415498" cy="369332"/>
          </a:xfrm>
          <a:prstGeom prst="rect">
            <a:avLst/>
          </a:prstGeom>
          <a:noFill/>
        </p:spPr>
        <p:txBody>
          <a:bodyPr wrap="none" rtlCol="0">
            <a:spAutoFit/>
          </a:bodyPr>
          <a:lstStyle/>
          <a:p>
            <a:r>
              <a:rPr lang="zh-CN" altLang="en-US" dirty="0"/>
              <a:t>解</a:t>
            </a:r>
          </a:p>
        </p:txBody>
      </p:sp>
      <p:graphicFrame>
        <p:nvGraphicFramePr>
          <p:cNvPr id="32772" name="Object 4"/>
          <p:cNvGraphicFramePr>
            <a:graphicFrameLocks noChangeAspect="1"/>
          </p:cNvGraphicFramePr>
          <p:nvPr/>
        </p:nvGraphicFramePr>
        <p:xfrm>
          <a:off x="2024034" y="2857496"/>
          <a:ext cx="5715000" cy="919162"/>
        </p:xfrm>
        <a:graphic>
          <a:graphicData uri="http://schemas.openxmlformats.org/presentationml/2006/ole">
            <mc:AlternateContent xmlns:mc="http://schemas.openxmlformats.org/markup-compatibility/2006">
              <mc:Choice xmlns:v="urn:schemas-microsoft-com:vml" Requires="v">
                <p:oleObj name="公式" r:id="rId6" imgW="2844720" imgH="457200" progId="Equation.3">
                  <p:embed/>
                </p:oleObj>
              </mc:Choice>
              <mc:Fallback>
                <p:oleObj name="公式" r:id="rId6" imgW="2844720" imgH="457200" progId="Equation.3">
                  <p:embed/>
                  <p:pic>
                    <p:nvPicPr>
                      <p:cNvPr id="3277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4034" y="2857496"/>
                        <a:ext cx="5715000" cy="91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3" name="Object 5"/>
          <p:cNvGraphicFramePr>
            <a:graphicFrameLocks noChangeAspect="1"/>
          </p:cNvGraphicFramePr>
          <p:nvPr/>
        </p:nvGraphicFramePr>
        <p:xfrm>
          <a:off x="2024035" y="3500439"/>
          <a:ext cx="3660775" cy="714375"/>
        </p:xfrm>
        <a:graphic>
          <a:graphicData uri="http://schemas.openxmlformats.org/presentationml/2006/ole">
            <mc:AlternateContent xmlns:mc="http://schemas.openxmlformats.org/markup-compatibility/2006">
              <mc:Choice xmlns:v="urn:schemas-microsoft-com:vml" Requires="v">
                <p:oleObj name="公式" r:id="rId8" imgW="2082600" imgH="406080" progId="Equation.3">
                  <p:embed/>
                </p:oleObj>
              </mc:Choice>
              <mc:Fallback>
                <p:oleObj name="公式" r:id="rId8" imgW="2082600" imgH="406080" progId="Equation.3">
                  <p:embed/>
                  <p:pic>
                    <p:nvPicPr>
                      <p:cNvPr id="3277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4035" y="3500439"/>
                        <a:ext cx="3660775"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2024035" y="4357694"/>
          <a:ext cx="4322001" cy="785818"/>
        </p:xfrm>
        <a:graphic>
          <a:graphicData uri="http://schemas.openxmlformats.org/presentationml/2006/ole">
            <mc:AlternateContent xmlns:mc="http://schemas.openxmlformats.org/markup-compatibility/2006">
              <mc:Choice xmlns:v="urn:schemas-microsoft-com:vml" Requires="v">
                <p:oleObj name="公式" r:id="rId10" imgW="2234880" imgH="406080" progId="Equation.3">
                  <p:embed/>
                </p:oleObj>
              </mc:Choice>
              <mc:Fallback>
                <p:oleObj name="公式" r:id="rId10" imgW="2234880" imgH="406080" progId="Equation.3">
                  <p:embed/>
                  <p:pic>
                    <p:nvPicPr>
                      <p:cNvPr id="11" name="对象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4035" y="4357694"/>
                        <a:ext cx="4322001"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组合 14"/>
          <p:cNvGrpSpPr/>
          <p:nvPr/>
        </p:nvGrpSpPr>
        <p:grpSpPr>
          <a:xfrm>
            <a:off x="2095472" y="5214950"/>
            <a:ext cx="4382931" cy="1143008"/>
            <a:chOff x="571471" y="5214950"/>
            <a:chExt cx="4382931" cy="1143008"/>
          </a:xfrm>
        </p:grpSpPr>
        <p:graphicFrame>
          <p:nvGraphicFramePr>
            <p:cNvPr id="12" name="对象 11"/>
            <p:cNvGraphicFramePr>
              <a:graphicFrameLocks noChangeAspect="1"/>
            </p:cNvGraphicFramePr>
            <p:nvPr/>
          </p:nvGraphicFramePr>
          <p:xfrm>
            <a:off x="571471" y="5214950"/>
            <a:ext cx="4382931" cy="500066"/>
          </p:xfrm>
          <a:graphic>
            <a:graphicData uri="http://schemas.openxmlformats.org/presentationml/2006/ole">
              <mc:AlternateContent xmlns:mc="http://schemas.openxmlformats.org/markup-compatibility/2006">
                <mc:Choice xmlns:v="urn:schemas-microsoft-com:vml" Requires="v">
                  <p:oleObj name="公式" r:id="rId12" imgW="1892160" imgH="215640" progId="Equation.3">
                    <p:embed/>
                  </p:oleObj>
                </mc:Choice>
                <mc:Fallback>
                  <p:oleObj name="公式" r:id="rId12" imgW="1892160" imgH="215640" progId="Equation.3">
                    <p:embed/>
                    <p:pic>
                      <p:nvPicPr>
                        <p:cNvPr id="12" name="对象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471" y="5214950"/>
                          <a:ext cx="4382931"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571472" y="5857892"/>
            <a:ext cx="1785950" cy="439168"/>
          </p:xfrm>
          <a:graphic>
            <a:graphicData uri="http://schemas.openxmlformats.org/presentationml/2006/ole">
              <mc:AlternateContent xmlns:mc="http://schemas.openxmlformats.org/markup-compatibility/2006">
                <mc:Choice xmlns:v="urn:schemas-microsoft-com:vml" Requires="v">
                  <p:oleObj name="公式" r:id="rId14" imgW="774360" imgH="190440" progId="Equation.3">
                    <p:embed/>
                  </p:oleObj>
                </mc:Choice>
                <mc:Fallback>
                  <p:oleObj name="公式" r:id="rId14" imgW="774360" imgH="190440" progId="Equation.3">
                    <p:embed/>
                    <p:pic>
                      <p:nvPicPr>
                        <p:cNvPr id="13" name="对象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1472" y="5857892"/>
                          <a:ext cx="1785950" cy="439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571472" y="5786454"/>
              <a:ext cx="1857388" cy="571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ppt_x"/>
                                          </p:val>
                                        </p:tav>
                                        <p:tav tm="100000">
                                          <p:val>
                                            <p:strVal val="#ppt_x"/>
                                          </p:val>
                                        </p:tav>
                                      </p:tavLst>
                                    </p:anim>
                                    <p:anim calcmode="lin" valueType="num">
                                      <p:cBhvr additive="base">
                                        <p:cTn id="14"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3"/>
                                        </p:tgtEl>
                                        <p:attrNameLst>
                                          <p:attrName>style.visibility</p:attrName>
                                        </p:attrNameLst>
                                      </p:cBhvr>
                                      <p:to>
                                        <p:strVal val="visible"/>
                                      </p:to>
                                    </p:set>
                                    <p:anim calcmode="lin" valueType="num">
                                      <p:cBhvr additive="base">
                                        <p:cTn id="19" dur="500" fill="hold"/>
                                        <p:tgtEl>
                                          <p:spTgt spid="32773"/>
                                        </p:tgtEl>
                                        <p:attrNameLst>
                                          <p:attrName>ppt_x</p:attrName>
                                        </p:attrNameLst>
                                      </p:cBhvr>
                                      <p:tavLst>
                                        <p:tav tm="0">
                                          <p:val>
                                            <p:strVal val="#ppt_x"/>
                                          </p:val>
                                        </p:tav>
                                        <p:tav tm="100000">
                                          <p:val>
                                            <p:strVal val="#ppt_x"/>
                                          </p:val>
                                        </p:tav>
                                      </p:tavLst>
                                    </p:anim>
                                    <p:anim calcmode="lin" valueType="num">
                                      <p:cBhvr additive="base">
                                        <p:cTn id="20" dur="500" fill="hold"/>
                                        <p:tgtEl>
                                          <p:spTgt spid="3277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BBD8520-7414-4578-B2F1-44B92DAE5D9A}"/>
              </a:ext>
            </a:extLst>
          </p:cNvPr>
          <p:cNvPicPr>
            <a:picLocks noChangeAspect="1"/>
          </p:cNvPicPr>
          <p:nvPr/>
        </p:nvPicPr>
        <p:blipFill>
          <a:blip r:embed="rId2"/>
          <a:stretch>
            <a:fillRect/>
          </a:stretch>
        </p:blipFill>
        <p:spPr>
          <a:xfrm>
            <a:off x="1090863" y="1332965"/>
            <a:ext cx="5005137" cy="3773714"/>
          </a:xfrm>
          <a:prstGeom prst="rect">
            <a:avLst/>
          </a:prstGeom>
        </p:spPr>
      </p:pic>
      <p:pic>
        <p:nvPicPr>
          <p:cNvPr id="7" name="图片 6">
            <a:extLst>
              <a:ext uri="{FF2B5EF4-FFF2-40B4-BE49-F238E27FC236}">
                <a16:creationId xmlns:a16="http://schemas.microsoft.com/office/drawing/2014/main" id="{E52794EA-DA5B-4124-A9B2-462A7854D80E}"/>
              </a:ext>
            </a:extLst>
          </p:cNvPr>
          <p:cNvPicPr>
            <a:picLocks noChangeAspect="1"/>
          </p:cNvPicPr>
          <p:nvPr/>
        </p:nvPicPr>
        <p:blipFill>
          <a:blip r:embed="rId3"/>
          <a:stretch>
            <a:fillRect/>
          </a:stretch>
        </p:blipFill>
        <p:spPr>
          <a:xfrm>
            <a:off x="6152033" y="1332965"/>
            <a:ext cx="5094994" cy="3773715"/>
          </a:xfrm>
          <a:prstGeom prst="rect">
            <a:avLst/>
          </a:prstGeom>
        </p:spPr>
      </p:pic>
    </p:spTree>
    <p:extLst>
      <p:ext uri="{BB962C8B-B14F-4D97-AF65-F5344CB8AC3E}">
        <p14:creationId xmlns:p14="http://schemas.microsoft.com/office/powerpoint/2010/main" val="762037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1767D9-0AD4-471A-8F0C-310236563C43}"/>
              </a:ext>
            </a:extLst>
          </p:cNvPr>
          <p:cNvSpPr>
            <a:spLocks noGrp="1"/>
          </p:cNvSpPr>
          <p:nvPr>
            <p:ph type="title" idx="4294967295"/>
          </p:nvPr>
        </p:nvSpPr>
        <p:spPr>
          <a:xfrm>
            <a:off x="1191297" y="1557151"/>
            <a:ext cx="10444766" cy="1206097"/>
          </a:xfrm>
        </p:spPr>
        <p:txBody>
          <a:bodyPr/>
          <a:lstStyle/>
          <a:p>
            <a:r>
              <a:rPr lang="en-US" altLang="zh-CN" sz="2000" dirty="0">
                <a:latin typeface="Times New Roman" panose="02020603050405020304" pitchFamily="18" charset="0"/>
                <a:ea typeface="+mn-ea"/>
                <a:cs typeface="Times New Roman" panose="02020603050405020304" pitchFamily="18" charset="0"/>
              </a:rPr>
              <a:t>11.3 </a:t>
            </a:r>
            <a:r>
              <a:rPr lang="zh-CN" altLang="en-US" sz="2000" dirty="0">
                <a:latin typeface="Times New Roman" panose="02020603050405020304" pitchFamily="18" charset="0"/>
                <a:ea typeface="+mn-ea"/>
                <a:cs typeface="Times New Roman" panose="02020603050405020304" pitchFamily="18" charset="0"/>
              </a:rPr>
              <a:t>硫酸亚硝酸根五氨合钴</a:t>
            </a:r>
            <a:r>
              <a:rPr lang="en-US" altLang="zh-CN" sz="2000" dirty="0">
                <a:latin typeface="Times New Roman" panose="02020603050405020304" pitchFamily="18" charset="0"/>
                <a:ea typeface="+mn-ea"/>
                <a:cs typeface="Times New Roman" panose="02020603050405020304" pitchFamily="18" charset="0"/>
              </a:rPr>
              <a:t>(Ⅲ)</a:t>
            </a:r>
            <a:r>
              <a:rPr lang="zh-CN" altLang="en-US" sz="2000" dirty="0">
                <a:latin typeface="Times New Roman" panose="02020603050405020304" pitchFamily="18" charset="0"/>
                <a:ea typeface="+mn-ea"/>
                <a:cs typeface="Times New Roman" panose="02020603050405020304" pitchFamily="18" charset="0"/>
              </a:rPr>
              <a:t>的化学式是；（</a:t>
            </a:r>
            <a:r>
              <a:rPr lang="en-US" altLang="zh-CN" sz="2000" dirty="0">
                <a:latin typeface="Times New Roman" panose="02020603050405020304" pitchFamily="18" charset="0"/>
                <a:ea typeface="+mn-ea"/>
                <a:cs typeface="Times New Roman" panose="02020603050405020304" pitchFamily="18" charset="0"/>
              </a:rPr>
              <a:t>NH</a:t>
            </a:r>
            <a:r>
              <a:rPr lang="en-US" altLang="zh-CN" sz="2000" baseline="-25000" dirty="0">
                <a:latin typeface="Times New Roman" panose="02020603050405020304" pitchFamily="18" charset="0"/>
                <a:ea typeface="+mn-ea"/>
                <a:cs typeface="Times New Roman" panose="02020603050405020304" pitchFamily="18" charset="0"/>
              </a:rPr>
              <a:t>4</a:t>
            </a:r>
            <a:r>
              <a:rPr lang="en-US" altLang="zh-CN" sz="2000" dirty="0">
                <a:latin typeface="Times New Roman" panose="02020603050405020304" pitchFamily="18" charset="0"/>
                <a:ea typeface="+mn-ea"/>
                <a:cs typeface="Times New Roman" panose="02020603050405020304" pitchFamily="18" charset="0"/>
              </a:rPr>
              <a:t>)</a:t>
            </a:r>
            <a:r>
              <a:rPr lang="en-US" altLang="zh-CN" sz="2000" baseline="-25000" dirty="0">
                <a:latin typeface="Times New Roman" panose="02020603050405020304" pitchFamily="18" charset="0"/>
                <a:ea typeface="+mn-ea"/>
                <a:cs typeface="Times New Roman" panose="02020603050405020304" pitchFamily="18" charset="0"/>
              </a:rPr>
              <a:t>3</a:t>
            </a:r>
            <a:r>
              <a:rPr lang="en-US" altLang="zh-CN" sz="2000" dirty="0">
                <a:latin typeface="Times New Roman" panose="02020603050405020304" pitchFamily="18" charset="0"/>
                <a:ea typeface="+mn-ea"/>
                <a:cs typeface="Times New Roman" panose="02020603050405020304" pitchFamily="18" charset="0"/>
              </a:rPr>
              <a:t>[CrCl</a:t>
            </a:r>
            <a:r>
              <a:rPr lang="en-US" altLang="zh-CN" sz="2000" baseline="-25000" dirty="0">
                <a:latin typeface="Times New Roman" panose="02020603050405020304" pitchFamily="18" charset="0"/>
                <a:ea typeface="+mn-ea"/>
                <a:cs typeface="Times New Roman" panose="02020603050405020304" pitchFamily="18" charset="0"/>
              </a:rPr>
              <a:t>2</a:t>
            </a:r>
            <a:r>
              <a:rPr lang="en-US" altLang="zh-CN" sz="2000" dirty="0">
                <a:latin typeface="Times New Roman" panose="02020603050405020304" pitchFamily="18" charset="0"/>
                <a:ea typeface="+mn-ea"/>
                <a:cs typeface="Times New Roman" panose="02020603050405020304" pitchFamily="18" charset="0"/>
              </a:rPr>
              <a:t>(SCN)</a:t>
            </a:r>
            <a:r>
              <a:rPr lang="en-US" altLang="zh-CN" sz="2000" baseline="-25000" dirty="0">
                <a:latin typeface="Times New Roman" panose="02020603050405020304" pitchFamily="18" charset="0"/>
                <a:ea typeface="+mn-ea"/>
                <a:cs typeface="Times New Roman" panose="02020603050405020304" pitchFamily="18" charset="0"/>
              </a:rPr>
              <a:t>4</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的中文名是？</a:t>
            </a:r>
          </a:p>
        </p:txBody>
      </p:sp>
      <p:sp>
        <p:nvSpPr>
          <p:cNvPr id="4" name="文本框 3">
            <a:extLst>
              <a:ext uri="{FF2B5EF4-FFF2-40B4-BE49-F238E27FC236}">
                <a16:creationId xmlns:a16="http://schemas.microsoft.com/office/drawing/2014/main" id="{396DA262-3D3B-4BF2-A34E-652E0A8DE655}"/>
              </a:ext>
            </a:extLst>
          </p:cNvPr>
          <p:cNvSpPr txBox="1"/>
          <p:nvPr/>
        </p:nvSpPr>
        <p:spPr>
          <a:xfrm>
            <a:off x="1191297" y="2763248"/>
            <a:ext cx="10734540" cy="923330"/>
          </a:xfrm>
          <a:prstGeom prst="rect">
            <a:avLst/>
          </a:prstGeom>
          <a:noFill/>
        </p:spPr>
        <p:txBody>
          <a:bodyPr wrap="square" rtlCol="0">
            <a:spAutoFit/>
          </a:bodyPr>
          <a:lstStyle/>
          <a:p>
            <a:r>
              <a:rPr lang="zh-CN" altLang="en-US" dirty="0"/>
              <a:t>解：</a:t>
            </a:r>
            <a:r>
              <a:rPr lang="en-US" altLang="zh-CN" dirty="0"/>
              <a:t>[Co(NH3)5(NO2)]SO4;</a:t>
            </a:r>
            <a:r>
              <a:rPr lang="zh-CN" altLang="en-US" dirty="0"/>
              <a:t>二氯</a:t>
            </a:r>
            <a:r>
              <a:rPr lang="en-US" altLang="zh-CN" dirty="0"/>
              <a:t>·</a:t>
            </a:r>
            <a:r>
              <a:rPr lang="zh-CN" altLang="en-US" dirty="0"/>
              <a:t>四硫氰根合铬</a:t>
            </a:r>
            <a:r>
              <a:rPr lang="en-US" altLang="zh-CN" dirty="0"/>
              <a:t>(Ⅲ)</a:t>
            </a:r>
            <a:r>
              <a:rPr lang="zh-CN" altLang="en-US" dirty="0"/>
              <a:t>酸铵。</a:t>
            </a:r>
            <a:endParaRPr lang="en-US" altLang="zh-CN" dirty="0"/>
          </a:p>
          <a:p>
            <a:r>
              <a:rPr lang="zh-CN" altLang="en-US" dirty="0"/>
              <a:t>注意书写顺序。中文命名时注意不能遗漏中心金属离子的价态信息以及不同配体之间的分割号。</a:t>
            </a:r>
            <a:endParaRPr lang="en-US" altLang="zh-CN" dirty="0"/>
          </a:p>
          <a:p>
            <a:endParaRPr lang="en-US" altLang="zh-CN" dirty="0"/>
          </a:p>
        </p:txBody>
      </p:sp>
    </p:spTree>
    <p:extLst>
      <p:ext uri="{BB962C8B-B14F-4D97-AF65-F5344CB8AC3E}">
        <p14:creationId xmlns:p14="http://schemas.microsoft.com/office/powerpoint/2010/main" val="85418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79C8C5E7-B582-49ED-AB13-24741B58BAB1}"/>
              </a:ext>
            </a:extLst>
          </p:cNvPr>
          <p:cNvGrpSpPr/>
          <p:nvPr/>
        </p:nvGrpSpPr>
        <p:grpSpPr>
          <a:xfrm>
            <a:off x="1866587" y="84435"/>
            <a:ext cx="8899249" cy="6689130"/>
            <a:chOff x="1383629" y="116802"/>
            <a:chExt cx="8899249" cy="6689130"/>
          </a:xfrm>
        </p:grpSpPr>
        <p:pic>
          <p:nvPicPr>
            <p:cNvPr id="3" name="图片 2">
              <a:extLst>
                <a:ext uri="{FF2B5EF4-FFF2-40B4-BE49-F238E27FC236}">
                  <a16:creationId xmlns:a16="http://schemas.microsoft.com/office/drawing/2014/main" id="{41A678CD-03A0-4726-92BE-C37889FE0710}"/>
                </a:ext>
              </a:extLst>
            </p:cNvPr>
            <p:cNvPicPr>
              <a:picLocks noChangeAspect="1"/>
            </p:cNvPicPr>
            <p:nvPr/>
          </p:nvPicPr>
          <p:blipFill>
            <a:blip r:embed="rId2"/>
            <a:stretch>
              <a:fillRect/>
            </a:stretch>
          </p:blipFill>
          <p:spPr>
            <a:xfrm>
              <a:off x="1383629" y="116802"/>
              <a:ext cx="4321710" cy="3312198"/>
            </a:xfrm>
            <a:prstGeom prst="rect">
              <a:avLst/>
            </a:prstGeom>
          </p:spPr>
        </p:pic>
        <p:pic>
          <p:nvPicPr>
            <p:cNvPr id="5" name="图片 4">
              <a:extLst>
                <a:ext uri="{FF2B5EF4-FFF2-40B4-BE49-F238E27FC236}">
                  <a16:creationId xmlns:a16="http://schemas.microsoft.com/office/drawing/2014/main" id="{D5ABA349-C64D-42BA-9253-832D35904A21}"/>
                </a:ext>
              </a:extLst>
            </p:cNvPr>
            <p:cNvPicPr>
              <a:picLocks noChangeAspect="1"/>
            </p:cNvPicPr>
            <p:nvPr/>
          </p:nvPicPr>
          <p:blipFill>
            <a:blip r:embed="rId3"/>
            <a:stretch>
              <a:fillRect/>
            </a:stretch>
          </p:blipFill>
          <p:spPr>
            <a:xfrm>
              <a:off x="5705339" y="116802"/>
              <a:ext cx="4577539" cy="3312198"/>
            </a:xfrm>
            <a:prstGeom prst="rect">
              <a:avLst/>
            </a:prstGeom>
          </p:spPr>
        </p:pic>
        <p:pic>
          <p:nvPicPr>
            <p:cNvPr id="7" name="图片 6">
              <a:extLst>
                <a:ext uri="{FF2B5EF4-FFF2-40B4-BE49-F238E27FC236}">
                  <a16:creationId xmlns:a16="http://schemas.microsoft.com/office/drawing/2014/main" id="{9106C95D-FDA4-493C-A1AE-B95F9D18096A}"/>
                </a:ext>
              </a:extLst>
            </p:cNvPr>
            <p:cNvPicPr>
              <a:picLocks noChangeAspect="1"/>
            </p:cNvPicPr>
            <p:nvPr/>
          </p:nvPicPr>
          <p:blipFill>
            <a:blip r:embed="rId4"/>
            <a:stretch>
              <a:fillRect/>
            </a:stretch>
          </p:blipFill>
          <p:spPr>
            <a:xfrm>
              <a:off x="1383629" y="3429000"/>
              <a:ext cx="4321711" cy="3376932"/>
            </a:xfrm>
            <a:prstGeom prst="rect">
              <a:avLst/>
            </a:prstGeom>
          </p:spPr>
        </p:pic>
        <p:pic>
          <p:nvPicPr>
            <p:cNvPr id="9" name="图片 8">
              <a:extLst>
                <a:ext uri="{FF2B5EF4-FFF2-40B4-BE49-F238E27FC236}">
                  <a16:creationId xmlns:a16="http://schemas.microsoft.com/office/drawing/2014/main" id="{66FE4DA7-9F05-4253-9927-184FC2D95970}"/>
                </a:ext>
              </a:extLst>
            </p:cNvPr>
            <p:cNvPicPr>
              <a:picLocks noChangeAspect="1"/>
            </p:cNvPicPr>
            <p:nvPr/>
          </p:nvPicPr>
          <p:blipFill>
            <a:blip r:embed="rId5"/>
            <a:stretch>
              <a:fillRect/>
            </a:stretch>
          </p:blipFill>
          <p:spPr>
            <a:xfrm>
              <a:off x="5705338" y="3461366"/>
              <a:ext cx="4577539" cy="3344565"/>
            </a:xfrm>
            <a:prstGeom prst="rect">
              <a:avLst/>
            </a:prstGeom>
          </p:spPr>
        </p:pic>
      </p:grpSp>
    </p:spTree>
    <p:extLst>
      <p:ext uri="{BB962C8B-B14F-4D97-AF65-F5344CB8AC3E}">
        <p14:creationId xmlns:p14="http://schemas.microsoft.com/office/powerpoint/2010/main" val="1547715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1973796" y="332657"/>
                <a:ext cx="8244408" cy="1418915"/>
              </a:xfrm>
              <a:prstGeom prst="rect">
                <a:avLst/>
              </a:prstGeom>
              <a:noFill/>
            </p:spPr>
            <p:txBody>
              <a:bodyPr wrap="square" rtlCol="0">
                <a:spAutoFit/>
              </a:bodyPr>
              <a:lstStyle/>
              <a:p>
                <a:pPr>
                  <a:lnSpc>
                    <a:spcPct val="150000"/>
                  </a:lnSpc>
                </a:pPr>
                <a:r>
                  <a:rPr lang="en-US" altLang="zh-CN" sz="2000" dirty="0">
                    <a:latin typeface="Times New Roman" panose="02020603050405020304" pitchFamily="18" charset="0"/>
                    <a:cs typeface="Times New Roman" panose="02020603050405020304" pitchFamily="18" charset="0"/>
                  </a:rPr>
                  <a:t>6.17</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遇热按式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en-US" altLang="zh-CN" sz="2000" dirty="0">
                    <a:latin typeface="Times New Roman" panose="02020603050405020304" pitchFamily="18" charset="0"/>
                    <a:cs typeface="Times New Roman" panose="02020603050405020304" pitchFamily="18" charset="0"/>
                  </a:rPr>
                  <a:t>(g) </a:t>
                </a:r>
                <a14:m>
                  <m:oMath xmlns:m="http://schemas.openxmlformats.org/officeDocument/2006/math">
                    <m:r>
                      <a:rPr lang="en-US" altLang="zh-CN" sz="2000">
                        <a:latin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cs typeface="Times New Roman" panose="02020603050405020304" pitchFamily="18" charset="0"/>
                  </a:rPr>
                  <a:t> PCl</a:t>
                </a:r>
                <a:r>
                  <a:rPr lang="en-US" altLang="zh-CN" sz="2000" baseline="-25000" dirty="0">
                    <a:latin typeface="Times New Roman" panose="02020603050405020304" pitchFamily="18" charset="0"/>
                    <a:cs typeface="Times New Roman" panose="02020603050405020304" pitchFamily="18" charset="0"/>
                  </a:rPr>
                  <a:t>3 </a:t>
                </a:r>
                <a:r>
                  <a:rPr lang="en-US" altLang="zh-CN" sz="2000" dirty="0">
                    <a:latin typeface="Times New Roman" panose="02020603050405020304" pitchFamily="18" charset="0"/>
                    <a:cs typeface="Times New Roman" panose="02020603050405020304" pitchFamily="18" charset="0"/>
                  </a:rPr>
                  <a:t>(g) + Cl</a:t>
                </a:r>
                <a:r>
                  <a:rPr lang="en-US" altLang="zh-CN" sz="2000" baseline="-25000" dirty="0">
                    <a:latin typeface="Times New Roman" panose="02020603050405020304" pitchFamily="18" charset="0"/>
                    <a:cs typeface="Times New Roman" panose="02020603050405020304" pitchFamily="18" charset="0"/>
                  </a:rPr>
                  <a:t>2 </a:t>
                </a:r>
                <a:r>
                  <a:rPr lang="en-US" altLang="zh-CN" sz="2000" dirty="0">
                    <a:latin typeface="Times New Roman" panose="02020603050405020304" pitchFamily="18" charset="0"/>
                    <a:cs typeface="Times New Roman" panose="02020603050405020304" pitchFamily="18" charset="0"/>
                  </a:rPr>
                  <a:t>(g) </a:t>
                </a:r>
                <a:r>
                  <a:rPr lang="zh-CN" altLang="en-US" sz="2000" dirty="0">
                    <a:latin typeface="Times New Roman" panose="02020603050405020304" pitchFamily="18" charset="0"/>
                    <a:cs typeface="Times New Roman" panose="02020603050405020304" pitchFamily="18" charset="0"/>
                  </a:rPr>
                  <a:t>分解。</a:t>
                </a:r>
                <a:r>
                  <a:rPr lang="en-US" altLang="zh-CN" sz="2000" dirty="0">
                    <a:latin typeface="Times New Roman" panose="02020603050405020304" pitchFamily="18" charset="0"/>
                    <a:cs typeface="Times New Roman" panose="02020603050405020304" pitchFamily="18" charset="0"/>
                  </a:rPr>
                  <a:t>2.695 g</a:t>
                </a:r>
                <a:r>
                  <a:rPr lang="zh-CN" altLang="en-US" sz="2000" dirty="0">
                    <a:latin typeface="Times New Roman" panose="02020603050405020304" pitchFamily="18" charset="0"/>
                    <a:cs typeface="Times New Roman" panose="02020603050405020304" pitchFamily="18" charset="0"/>
                  </a:rPr>
                  <a:t>的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装在</a:t>
                </a:r>
                <a:r>
                  <a:rPr lang="en-US" altLang="zh-CN" sz="2000" dirty="0">
                    <a:latin typeface="Times New Roman" panose="02020603050405020304" pitchFamily="18" charset="0"/>
                    <a:cs typeface="Times New Roman" panose="02020603050405020304" pitchFamily="18" charset="0"/>
                  </a:rPr>
                  <a:t>1.00 dm</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的密闭容器中，在</a:t>
                </a:r>
                <a:r>
                  <a:rPr lang="en-US" altLang="zh-CN" sz="2000" dirty="0">
                    <a:latin typeface="Times New Roman" panose="02020603050405020304" pitchFamily="18" charset="0"/>
                    <a:cs typeface="Times New Roman" panose="02020603050405020304" pitchFamily="18" charset="0"/>
                  </a:rPr>
                  <a:t>523 K</a:t>
                </a:r>
                <a:r>
                  <a:rPr lang="zh-CN" altLang="en-US" sz="2000" dirty="0">
                    <a:latin typeface="Times New Roman" panose="02020603050405020304" pitchFamily="18" charset="0"/>
                    <a:cs typeface="Times New Roman" panose="02020603050405020304" pitchFamily="18" charset="0"/>
                  </a:rPr>
                  <a:t>达平衡时总压力为</a:t>
                </a:r>
                <a:r>
                  <a:rPr lang="en-US" altLang="zh-CN" sz="2000" dirty="0">
                    <a:latin typeface="Times New Roman" panose="02020603050405020304" pitchFamily="18" charset="0"/>
                    <a:cs typeface="Times New Roman" panose="02020603050405020304" pitchFamily="18" charset="0"/>
                  </a:rPr>
                  <a:t>100 kPa</a:t>
                </a:r>
                <a:r>
                  <a:rPr lang="zh-CN" altLang="en-US" sz="2000" dirty="0">
                    <a:latin typeface="Times New Roman" panose="02020603050405020304" pitchFamily="18" charset="0"/>
                    <a:cs typeface="Times New Roman" panose="02020603050405020304" pitchFamily="18" charset="0"/>
                  </a:rPr>
                  <a:t>。求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的分解率及平衡常数</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973796" y="332657"/>
                <a:ext cx="8244408" cy="1418915"/>
              </a:xfrm>
              <a:prstGeom prst="rect">
                <a:avLst/>
              </a:prstGeom>
              <a:blipFill>
                <a:blip r:embed="rId2"/>
                <a:stretch>
                  <a:fillRect l="-814" r="-370" b="-7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883532" y="1751572"/>
                <a:ext cx="8424936" cy="4401205"/>
              </a:xfrm>
              <a:prstGeom prst="rect">
                <a:avLst/>
              </a:prstGeom>
              <a:noFill/>
            </p:spPr>
            <p:txBody>
              <a:bodyPr wrap="square" rtlCol="0">
                <a:spAutoFit/>
              </a:bodyPr>
              <a:lstStyle/>
              <a:p>
                <a:pPr>
                  <a:lnSpc>
                    <a:spcPts val="4800"/>
                  </a:lnSpc>
                </a:pPr>
                <a14:m>
                  <m:oMathPara xmlns:m="http://schemas.openxmlformats.org/officeDocument/2006/math">
                    <m:oMathParaPr>
                      <m:jc m:val="left"/>
                    </m:oMathParaPr>
                    <m:oMath xmlns:m="http://schemas.openxmlformats.org/officeDocument/2006/math">
                      <m:r>
                        <a:rPr lang="zh-CN" altLang="en-US" sz="2000" i="1">
                          <a:latin typeface="Cambria Math" panose="02040503050406030204" pitchFamily="18" charset="0"/>
                          <a:cs typeface="Times New Roman" panose="02020603050405020304" pitchFamily="18" charset="0"/>
                        </a:rPr>
                        <m:t>解</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d>
                        <m:dPr>
                          <m:ctrlPr>
                            <a:rPr lang="en-US" altLang="zh-CN" sz="2000" i="1">
                              <a:latin typeface="Cambria Math" panose="02040503050406030204" pitchFamily="18" charset="0"/>
                              <a:cs typeface="Times New Roman" panose="02020603050405020304" pitchFamily="18" charset="0"/>
                            </a:rPr>
                          </m:ctrlPr>
                        </m:dPr>
                        <m:e>
                          <m:r>
                            <m:rPr>
                              <m:sty m:val="p"/>
                            </m:rPr>
                            <a:rPr lang="en-US" altLang="zh-CN" sz="2000">
                              <a:latin typeface="Cambria Math" panose="02040503050406030204" pitchFamily="18" charset="0"/>
                              <a:cs typeface="Times New Roman" panose="02020603050405020304" pitchFamily="18" charset="0"/>
                            </a:rPr>
                            <m:t>PCl</m:t>
                          </m:r>
                          <m:r>
                            <a:rPr lang="en-US" altLang="zh-CN" sz="2000" baseline="-25000">
                              <a:latin typeface="Cambria Math" panose="02040503050406030204" pitchFamily="18" charset="0"/>
                              <a:cs typeface="Times New Roman" panose="02020603050405020304" pitchFamily="18" charset="0"/>
                            </a:rPr>
                            <m:t>5</m:t>
                          </m:r>
                        </m:e>
                      </m:d>
                      <m:r>
                        <a:rPr lang="en-US" altLang="zh-CN" sz="2000">
                          <a:latin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a:latin typeface="Cambria Math" panose="02040503050406030204" pitchFamily="18" charset="0"/>
                              <a:cs typeface="Times New Roman" panose="02020603050405020304" pitchFamily="18" charset="0"/>
                            </a:rPr>
                            <m:t>2.695 </m:t>
                          </m:r>
                          <m:r>
                            <m:rPr>
                              <m:sty m:val="p"/>
                            </m:rPr>
                            <a:rPr lang="en-US" altLang="zh-CN" sz="2000">
                              <a:latin typeface="Cambria Math" panose="02040503050406030204" pitchFamily="18" charset="0"/>
                              <a:cs typeface="Times New Roman" panose="02020603050405020304" pitchFamily="18" charset="0"/>
                            </a:rPr>
                            <m:t>g</m:t>
                          </m:r>
                        </m:num>
                        <m:den>
                          <m:r>
                            <a:rPr lang="en-US" altLang="zh-CN" sz="2000">
                              <a:latin typeface="Cambria Math" panose="02040503050406030204" pitchFamily="18" charset="0"/>
                              <a:cs typeface="Times New Roman" panose="02020603050405020304" pitchFamily="18" charset="0"/>
                            </a:rPr>
                            <m:t>208.2 </m:t>
                          </m:r>
                          <m:r>
                            <m:rPr>
                              <m:sty m:val="p"/>
                            </m:rPr>
                            <a:rPr lang="en-US" altLang="zh-CN" sz="2000">
                              <a:latin typeface="Cambria Math" panose="02040503050406030204" pitchFamily="18" charset="0"/>
                              <a:cs typeface="Times New Roman" panose="02020603050405020304" pitchFamily="18" charset="0"/>
                            </a:rPr>
                            <m:t>g</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mol</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−1</m:t>
                              </m:r>
                            </m:sup>
                          </m:sSup>
                        </m:den>
                      </m:f>
                      <m:r>
                        <a:rPr lang="en-US" altLang="zh-CN" sz="2000">
                          <a:latin typeface="Cambria Math" panose="02040503050406030204" pitchFamily="18" charset="0"/>
                          <a:cs typeface="Times New Roman" panose="02020603050405020304" pitchFamily="18" charset="0"/>
                        </a:rPr>
                        <m:t>=0.0129 </m:t>
                      </m:r>
                      <m:r>
                        <m:rPr>
                          <m:sty m:val="p"/>
                        </m:rPr>
                        <a:rPr lang="en-US" altLang="zh-CN" sz="2000">
                          <a:latin typeface="Cambria Math" panose="02040503050406030204" pitchFamily="18" charset="0"/>
                          <a:cs typeface="Times New Roman" panose="02020603050405020304" pitchFamily="18" charset="0"/>
                        </a:rPr>
                        <m:t>mol</m:t>
                      </m:r>
                    </m:oMath>
                  </m:oMathPara>
                </a14:m>
                <a:endParaRPr lang="en-US" altLang="zh-CN" sz="2000" dirty="0">
                  <a:latin typeface="Cambria Math" panose="02040503050406030204" pitchFamily="18" charset="0"/>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i="1">
                          <a:latin typeface="Cambria Math" panose="02040503050406030204" pitchFamily="18" charset="0"/>
                          <a:cs typeface="Times New Roman" panose="02020603050405020304" pitchFamily="18" charset="0"/>
                        </a:rPr>
                        <m:t>                                     </m:t>
                      </m:r>
                      <m:r>
                        <m:rPr>
                          <m:sty m:val="p"/>
                        </m:rPr>
                        <a:rPr lang="en-US" altLang="zh-CN" sz="2000" i="1">
                          <a:latin typeface="Cambria Math" panose="02040503050406030204" pitchFamily="18" charset="0"/>
                          <a:cs typeface="Times New Roman" panose="02020603050405020304" pitchFamily="18" charset="0"/>
                        </a:rPr>
                        <m:t>PCl</m:t>
                      </m:r>
                      <m:r>
                        <a:rPr lang="en-US" altLang="zh-CN" sz="2000" baseline="-25000">
                          <a:latin typeface="Cambria Math" panose="02040503050406030204" pitchFamily="18" charset="0"/>
                          <a:cs typeface="Times New Roman" panose="02020603050405020304" pitchFamily="18" charset="0"/>
                        </a:rPr>
                        <m:t>5</m:t>
                      </m:r>
                      <m:r>
                        <a:rPr lang="en-US" altLang="zh-CN" sz="2000">
                          <a:latin typeface="Cambria Math" panose="02040503050406030204" pitchFamily="18" charset="0"/>
                          <a:cs typeface="Times New Roman" panose="02020603050405020304" pitchFamily="18" charset="0"/>
                        </a:rPr>
                        <m:t> </m:t>
                      </m:r>
                      <m:d>
                        <m:dPr>
                          <m:ctrlPr>
                            <a:rPr lang="en-US" altLang="zh-CN" sz="2000" i="1">
                              <a:latin typeface="Cambria Math" panose="02040503050406030204" pitchFamily="18" charset="0"/>
                              <a:cs typeface="Times New Roman" panose="02020603050405020304" pitchFamily="18" charset="0"/>
                            </a:rPr>
                          </m:ctrlPr>
                        </m:dPr>
                        <m:e>
                          <m:r>
                            <m:rPr>
                              <m:sty m:val="p"/>
                            </m:rPr>
                            <a:rPr lang="en-US" altLang="zh-CN" sz="2000">
                              <a:latin typeface="Cambria Math" panose="02040503050406030204" pitchFamily="18" charset="0"/>
                              <a:cs typeface="Times New Roman" panose="02020603050405020304" pitchFamily="18" charset="0"/>
                            </a:rPr>
                            <m:t>g</m:t>
                          </m:r>
                        </m:e>
                      </m:d>
                      <m:r>
                        <a:rPr lang="en-US" altLang="zh-CN" sz="2000">
                          <a:latin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cs typeface="Times New Roman" panose="02020603050405020304" pitchFamily="18" charset="0"/>
                        </a:rPr>
                        <m:t>PCl</m:t>
                      </m:r>
                      <m:r>
                        <a:rPr lang="en-US" altLang="zh-CN" sz="2000" baseline="-25000">
                          <a:latin typeface="Cambria Math" panose="02040503050406030204" pitchFamily="18" charset="0"/>
                          <a:cs typeface="Times New Roman" panose="02020603050405020304" pitchFamily="18" charset="0"/>
                        </a:rPr>
                        <m:t>3</m:t>
                      </m:r>
                      <m:r>
                        <a:rPr lang="en-US" altLang="zh-CN" sz="2000">
                          <a:latin typeface="Cambria Math" panose="02040503050406030204" pitchFamily="18" charset="0"/>
                          <a:cs typeface="Times New Roman" panose="02020603050405020304" pitchFamily="18" charset="0"/>
                        </a:rPr>
                        <m:t> </m:t>
                      </m:r>
                      <m:d>
                        <m:dPr>
                          <m:ctrlPr>
                            <a:rPr lang="en-US" altLang="zh-CN" sz="2000" i="1">
                              <a:latin typeface="Cambria Math" panose="02040503050406030204" pitchFamily="18" charset="0"/>
                              <a:cs typeface="Times New Roman" panose="02020603050405020304" pitchFamily="18" charset="0"/>
                            </a:rPr>
                          </m:ctrlPr>
                        </m:dPr>
                        <m:e>
                          <m:r>
                            <m:rPr>
                              <m:sty m:val="p"/>
                            </m:rPr>
                            <a:rPr lang="en-US" altLang="zh-CN" sz="2000">
                              <a:latin typeface="Cambria Math" panose="02040503050406030204" pitchFamily="18" charset="0"/>
                              <a:cs typeface="Times New Roman" panose="02020603050405020304" pitchFamily="18" charset="0"/>
                            </a:rPr>
                            <m:t>s</m:t>
                          </m:r>
                        </m:e>
                      </m:d>
                      <m:r>
                        <a:rPr lang="en-US" altLang="zh-CN" sz="2000">
                          <a:latin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cs typeface="Times New Roman" panose="02020603050405020304" pitchFamily="18" charset="0"/>
                        </a:rPr>
                        <m:t>Cl</m:t>
                      </m:r>
                      <m:r>
                        <a:rPr lang="en-US" altLang="zh-CN" sz="2000" baseline="-25000">
                          <a:latin typeface="Cambria Math" panose="02040503050406030204" pitchFamily="18" charset="0"/>
                          <a:cs typeface="Times New Roman" panose="02020603050405020304" pitchFamily="18" charset="0"/>
                        </a:rPr>
                        <m:t>2 </m:t>
                      </m:r>
                      <m:d>
                        <m:dPr>
                          <m:ctrlPr>
                            <a:rPr lang="en-US" altLang="zh-CN" sz="2000" i="1">
                              <a:latin typeface="Cambria Math" panose="02040503050406030204" pitchFamily="18" charset="0"/>
                              <a:cs typeface="Times New Roman" panose="02020603050405020304" pitchFamily="18" charset="0"/>
                            </a:rPr>
                          </m:ctrlPr>
                        </m:dPr>
                        <m:e>
                          <m:r>
                            <m:rPr>
                              <m:sty m:val="p"/>
                            </m:rPr>
                            <a:rPr lang="en-US" altLang="zh-CN" sz="2000">
                              <a:latin typeface="Cambria Math" panose="02040503050406030204" pitchFamily="18" charset="0"/>
                              <a:cs typeface="Times New Roman" panose="02020603050405020304" pitchFamily="18" charset="0"/>
                            </a:rPr>
                            <m:t>g</m:t>
                          </m:r>
                        </m:e>
                      </m:d>
                    </m:oMath>
                  </m:oMathPara>
                </a14:m>
                <a:endParaRPr lang="en-US" altLang="zh-CN" sz="2000" dirty="0">
                  <a:latin typeface="Times New Roman" panose="02020603050405020304" pitchFamily="18" charset="0"/>
                  <a:ea typeface="MS PMincho"/>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zh-CN" altLang="en-US" sz="2000">
                          <a:latin typeface="Cambria Math" panose="02040503050406030204" pitchFamily="18" charset="0"/>
                          <a:cs typeface="Times New Roman" panose="02020603050405020304" pitchFamily="18" charset="0"/>
                        </a:rPr>
                        <m:t>起始</m:t>
                      </m:r>
                      <m:r>
                        <a:rPr lang="en-US" altLang="zh-CN" sz="2000">
                          <a:latin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cs typeface="Times New Roman" panose="02020603050405020304" pitchFamily="18" charset="0"/>
                        </a:rPr>
                        <m:t>mol</m:t>
                      </m:r>
                      <m:r>
                        <a:rPr lang="en-US" altLang="zh-CN" sz="2000">
                          <a:latin typeface="Cambria Math" panose="02040503050406030204" pitchFamily="18" charset="0"/>
                          <a:cs typeface="Times New Roman" panose="02020603050405020304" pitchFamily="18" charset="0"/>
                        </a:rPr>
                        <m:t>              0.0129            0               0</m:t>
                      </m:r>
                    </m:oMath>
                  </m:oMathPara>
                </a14:m>
                <a:endParaRPr lang="en-US" altLang="zh-CN" sz="2000" dirty="0">
                  <a:latin typeface="Times New Roman" panose="02020603050405020304" pitchFamily="18" charset="0"/>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dirty="0">
                          <a:latin typeface="Cambria Math" panose="02040503050406030204" pitchFamily="18" charset="0"/>
                          <a:cs typeface="Times New Roman" panose="02020603050405020304" pitchFamily="18" charset="0"/>
                        </a:rPr>
                        <m:t>    </m:t>
                      </m:r>
                      <m:r>
                        <a:rPr lang="zh-CN" altLang="en-US" sz="2000" dirty="0">
                          <a:latin typeface="Cambria Math" panose="02040503050406030204" pitchFamily="18" charset="0"/>
                          <a:cs typeface="Times New Roman" panose="02020603050405020304" pitchFamily="18" charset="0"/>
                        </a:rPr>
                        <m:t>平衡</m:t>
                      </m:r>
                      <m:r>
                        <a:rPr lang="en-US" altLang="zh-CN" sz="2000" dirty="0">
                          <a:latin typeface="Cambria Math" panose="02040503050406030204" pitchFamily="18" charset="0"/>
                          <a:cs typeface="Times New Roman" panose="02020603050405020304" pitchFamily="18" charset="0"/>
                        </a:rPr>
                        <m:t>/</m:t>
                      </m:r>
                      <m:r>
                        <m:rPr>
                          <m:sty m:val="p"/>
                        </m:rPr>
                        <a:rPr lang="en-US" altLang="zh-CN" sz="2000" dirty="0">
                          <a:latin typeface="Cambria Math" panose="02040503050406030204" pitchFamily="18" charset="0"/>
                          <a:cs typeface="Times New Roman" panose="02020603050405020304" pitchFamily="18" charset="0"/>
                        </a:rPr>
                        <m:t>mol</m:t>
                      </m:r>
                      <m:r>
                        <a:rPr lang="en-US" altLang="zh-CN" sz="2000" dirty="0">
                          <a:latin typeface="Cambria Math" panose="02040503050406030204" pitchFamily="18" charset="0"/>
                          <a:cs typeface="Times New Roman" panose="02020603050405020304" pitchFamily="18" charset="0"/>
                        </a:rPr>
                        <m:t>           0.0</m:t>
                      </m:r>
                      <m:r>
                        <a:rPr lang="en-US" altLang="zh-CN" sz="2000" i="1">
                          <a:latin typeface="Cambria Math" panose="02040503050406030204" pitchFamily="18" charset="0"/>
                          <a:cs typeface="Times New Roman" panose="02020603050405020304" pitchFamily="18" charset="0"/>
                        </a:rPr>
                        <m:t>129</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2000" i="1">
                          <a:latin typeface="Cambria Math" panose="02040503050406030204" pitchFamily="18" charset="0"/>
                          <a:cs typeface="Times New Roman" panose="02020603050405020304" pitchFamily="18" charset="0"/>
                        </a:rPr>
                        <m:t>  </m:t>
                      </m:r>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𝑥</m:t>
                      </m:r>
                    </m:oMath>
                  </m:oMathPara>
                </a14:m>
                <a:endParaRPr lang="en-US" altLang="zh-CN" sz="2000" i="1" dirty="0">
                  <a:latin typeface="Times New Roman" panose="02020603050405020304" pitchFamily="18" charset="0"/>
                  <a:ea typeface="MS PMincho"/>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cs typeface="Times New Roman" panose="02020603050405020304" pitchFamily="18" charset="0"/>
                            </a:rPr>
                            <m:t>平衡时</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𝑛</m:t>
                          </m:r>
                        </m:e>
                        <m:sub>
                          <m:r>
                            <a:rPr lang="zh-CN" altLang="en-US" sz="2000" i="1">
                              <a:latin typeface="Cambria Math" panose="02040503050406030204" pitchFamily="18" charset="0"/>
                              <a:cs typeface="Times New Roman" panose="02020603050405020304" pitchFamily="18" charset="0"/>
                            </a:rPr>
                            <m:t>总</m:t>
                          </m:r>
                        </m:sub>
                      </m:sSub>
                      <m:r>
                        <a:rPr lang="en-US" altLang="zh-CN" sz="2000">
                          <a:latin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i="1">
                              <a:latin typeface="Cambria Math" panose="02040503050406030204" pitchFamily="18" charset="0"/>
                              <a:cs typeface="Times New Roman" panose="02020603050405020304" pitchFamily="18" charset="0"/>
                            </a:rPr>
                            <m:t>𝑝𝑉</m:t>
                          </m:r>
                        </m:num>
                        <m:den>
                          <m:r>
                            <a:rPr lang="en-US" altLang="zh-CN" sz="2000" i="1">
                              <a:latin typeface="Cambria Math" panose="02040503050406030204" pitchFamily="18" charset="0"/>
                              <a:cs typeface="Times New Roman" panose="02020603050405020304" pitchFamily="18" charset="0"/>
                            </a:rPr>
                            <m:t>𝑅𝑇</m:t>
                          </m:r>
                        </m:den>
                      </m:f>
                      <m:r>
                        <a:rPr lang="en-US" altLang="zh-CN" sz="2000">
                          <a:latin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a:latin typeface="Cambria Math" panose="02040503050406030204" pitchFamily="18" charset="0"/>
                              <a:cs typeface="Times New Roman" panose="02020603050405020304" pitchFamily="18" charset="0"/>
                            </a:rPr>
                            <m:t>100 </m:t>
                          </m:r>
                          <m:r>
                            <m:rPr>
                              <m:sty m:val="p"/>
                            </m:rPr>
                            <a:rPr lang="en-US" altLang="zh-CN" sz="2000">
                              <a:latin typeface="Cambria Math" panose="02040503050406030204" pitchFamily="18" charset="0"/>
                              <a:cs typeface="Times New Roman" panose="02020603050405020304" pitchFamily="18" charset="0"/>
                            </a:rPr>
                            <m:t>kPa</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×1.00 </m:t>
                          </m:r>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dm</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3</m:t>
                          </m:r>
                        </m:num>
                        <m:den>
                          <m:r>
                            <a:rPr lang="en-US" altLang="zh-CN" sz="2000">
                              <a:latin typeface="Cambria Math" panose="02040503050406030204" pitchFamily="18" charset="0"/>
                              <a:cs typeface="Times New Roman" panose="02020603050405020304" pitchFamily="18" charset="0"/>
                            </a:rPr>
                            <m:t>8.314 </m:t>
                          </m:r>
                          <m:r>
                            <m:rPr>
                              <m:sty m:val="p"/>
                            </m:rPr>
                            <a:rPr lang="en-US" altLang="zh-CN" sz="2000">
                              <a:latin typeface="Cambria Math" panose="02040503050406030204" pitchFamily="18" charset="0"/>
                              <a:cs typeface="Times New Roman" panose="02020603050405020304" pitchFamily="18" charset="0"/>
                            </a:rPr>
                            <m:t>kPa</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dm</m:t>
                          </m:r>
                          <m:r>
                            <a:rPr lang="en-US" altLang="zh-CN" sz="2000" baseline="30000">
                              <a:latin typeface="Cambria Math" panose="02040503050406030204" pitchFamily="18" charset="0"/>
                              <a:ea typeface="Cambria Math" panose="02040503050406030204" pitchFamily="18" charset="0"/>
                              <a:cs typeface="Times New Roman" panose="02020603050405020304" pitchFamily="18" charset="0"/>
                            </a:rPr>
                            <m:t>3</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mol</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K</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−1</m:t>
                              </m:r>
                            </m:sup>
                          </m:sSup>
                        </m:den>
                      </m:f>
                      <m:r>
                        <a:rPr lang="en-US" altLang="zh-CN" sz="2000" i="1">
                          <a:latin typeface="Cambria Math" panose="02040503050406030204" pitchFamily="18" charset="0"/>
                          <a:cs typeface="Times New Roman" panose="02020603050405020304" pitchFamily="18" charset="0"/>
                        </a:rPr>
                        <m:t>=</m:t>
                      </m:r>
                      <m:r>
                        <a:rPr lang="en-US" altLang="zh-CN" sz="2000">
                          <a:latin typeface="Cambria Math" panose="02040503050406030204" pitchFamily="18" charset="0"/>
                          <a:cs typeface="Times New Roman" panose="02020603050405020304" pitchFamily="18" charset="0"/>
                        </a:rPr>
                        <m:t>0.0230 </m:t>
                      </m:r>
                      <m:r>
                        <m:rPr>
                          <m:sty m:val="p"/>
                        </m:rPr>
                        <a:rPr lang="en-US" altLang="zh-CN" sz="2000">
                          <a:latin typeface="Cambria Math" panose="02040503050406030204" pitchFamily="18" charset="0"/>
                          <a:cs typeface="Times New Roman" panose="02020603050405020304" pitchFamily="18" charset="0"/>
                        </a:rPr>
                        <m:t>mol</m:t>
                      </m:r>
                    </m:oMath>
                  </m:oMathPara>
                </a14:m>
                <a:endParaRPr lang="en-US" altLang="zh-CN" sz="2000" dirty="0">
                  <a:latin typeface="Times New Roman" panose="02020603050405020304" pitchFamily="18" charset="0"/>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0.0129−</m:t>
                      </m:r>
                      <m:r>
                        <a:rPr lang="en-US" altLang="zh-CN" sz="2000" i="1">
                          <a:latin typeface="Cambria Math" panose="02040503050406030204" pitchFamily="18" charset="0"/>
                          <a:cs typeface="Times New Roman" panose="02020603050405020304" pitchFamily="18" charset="0"/>
                        </a:rPr>
                        <m:t>𝑥</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𝑥</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𝑥</m:t>
                      </m:r>
                      <m:r>
                        <a:rPr lang="en-US" altLang="zh-CN" sz="2000" i="1">
                          <a:latin typeface="Cambria Math" panose="02040503050406030204" pitchFamily="18" charset="0"/>
                          <a:cs typeface="Times New Roman" panose="02020603050405020304" pitchFamily="18" charset="0"/>
                        </a:rPr>
                        <m:t>=0.0230</m:t>
                      </m:r>
                      <m:r>
                        <a:rPr lang="zh-CN" altLang="en-US"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𝑥</m:t>
                      </m:r>
                      <m:r>
                        <a:rPr lang="en-US" altLang="zh-CN" sz="2000" i="1">
                          <a:latin typeface="Cambria Math" panose="02040503050406030204" pitchFamily="18" charset="0"/>
                          <a:cs typeface="Times New Roman" panose="02020603050405020304" pitchFamily="18" charset="0"/>
                        </a:rPr>
                        <m:t>=0.0101</m:t>
                      </m:r>
                    </m:oMath>
                  </m:oMathPara>
                </a14:m>
                <a:endParaRPr lang="en-US" altLang="zh-CN" sz="2000" i="1" dirty="0">
                  <a:latin typeface="Cambria Math" panose="02040503050406030204" pitchFamily="18" charset="0"/>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PCl</m:t>
                      </m:r>
                      <m:r>
                        <a:rPr lang="en-US" altLang="zh-CN" sz="2000" baseline="-25000">
                          <a:latin typeface="Cambria Math" panose="02040503050406030204" pitchFamily="18" charset="0"/>
                          <a:ea typeface="Cambria Math" panose="02040503050406030204" pitchFamily="18" charset="0"/>
                          <a:cs typeface="Times New Roman" panose="02020603050405020304" pitchFamily="18" charset="0"/>
                        </a:rPr>
                        <m:t>5</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ea typeface="Cambria Math" panose="02040503050406030204" pitchFamily="18" charset="0"/>
                          <a:cs typeface="Times New Roman" panose="02020603050405020304" pitchFamily="18" charset="0"/>
                        </a:rPr>
                        <m:t>的分解率</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a:latin typeface="Cambria Math" panose="02040503050406030204" pitchFamily="18" charset="0"/>
                              <a:cs typeface="Times New Roman" panose="02020603050405020304" pitchFamily="18" charset="0"/>
                            </a:rPr>
                            <m:t>0.0101 </m:t>
                          </m:r>
                          <m:r>
                            <m:rPr>
                              <m:sty m:val="p"/>
                            </m:rPr>
                            <a:rPr lang="en-US" altLang="zh-CN" sz="2000">
                              <a:latin typeface="Cambria Math" panose="02040503050406030204" pitchFamily="18" charset="0"/>
                              <a:cs typeface="Times New Roman" panose="02020603050405020304" pitchFamily="18" charset="0"/>
                            </a:rPr>
                            <m:t>mol</m:t>
                          </m:r>
                        </m:num>
                        <m:den>
                          <m:r>
                            <a:rPr lang="en-US" altLang="zh-CN" sz="2000">
                              <a:latin typeface="Cambria Math" panose="02040503050406030204" pitchFamily="18" charset="0"/>
                              <a:cs typeface="Times New Roman" panose="02020603050405020304" pitchFamily="18" charset="0"/>
                            </a:rPr>
                            <m:t>0.0129 </m:t>
                          </m:r>
                          <m:r>
                            <m:rPr>
                              <m:sty m:val="p"/>
                            </m:rPr>
                            <a:rPr lang="en-US" altLang="zh-CN" sz="2000">
                              <a:latin typeface="Cambria Math" panose="02040503050406030204" pitchFamily="18" charset="0"/>
                              <a:cs typeface="Times New Roman" panose="02020603050405020304" pitchFamily="18" charset="0"/>
                            </a:rPr>
                            <m:t>mol</m:t>
                          </m:r>
                        </m:den>
                      </m:f>
                      <m:r>
                        <a:rPr lang="en-US" altLang="zh-CN" sz="2000" i="1">
                          <a:latin typeface="Cambria Math" panose="02040503050406030204" pitchFamily="18" charset="0"/>
                          <a:ea typeface="Cambria Math" panose="02040503050406030204" pitchFamily="18" charset="0"/>
                          <a:cs typeface="Times New Roman" panose="02020603050405020304" pitchFamily="18" charset="0"/>
                        </a:rPr>
                        <m:t>×100%=78%</m:t>
                      </m:r>
                    </m:oMath>
                  </m:oMathPara>
                </a14:m>
                <a:endParaRPr lang="en-US" altLang="zh-CN" sz="2000" dirty="0">
                  <a:latin typeface="Cambria Math" panose="020405030504060302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883532" y="1751572"/>
                <a:ext cx="8424936" cy="440120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413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fade">
                                      <p:cBhvr>
                                        <p:cTn id="33"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847528" y="1716626"/>
                <a:ext cx="8424936" cy="2734082"/>
              </a:xfrm>
              <a:prstGeom prst="rect">
                <a:avLst/>
              </a:prstGeom>
              <a:noFill/>
            </p:spPr>
            <p:txBody>
              <a:bodyPr wrap="square" rtlCol="0">
                <a:spAutoFit/>
              </a:bodyPr>
              <a:lstStyle/>
              <a:p>
                <a:pPr>
                  <a:lnSpc>
                    <a:spcPts val="4800"/>
                  </a:lnSpc>
                </a:pPr>
                <a14:m>
                  <m:oMathPara xmlns:m="http://schemas.openxmlformats.org/officeDocument/2006/math">
                    <m:oMathParaPr>
                      <m:jc m:val="left"/>
                    </m:oMathParaPr>
                    <m:oMath xmlns:m="http://schemas.openxmlformats.org/officeDocument/2006/math">
                      <m:r>
                        <a:rPr lang="zh-CN" altLang="en-US" sz="2000" i="1">
                          <a:latin typeface="Cambria Math" panose="02040503050406030204" pitchFamily="18" charset="0"/>
                          <a:cs typeface="Times New Roman" panose="02020603050405020304" pitchFamily="18" charset="0"/>
                        </a:rPr>
                        <m:t>解</m:t>
                      </m:r>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𝑝</m:t>
                      </m:r>
                      <m:d>
                        <m:dPr>
                          <m:ctrlPr>
                            <a:rPr lang="en-US" altLang="zh-CN" sz="2000" i="1">
                              <a:latin typeface="Cambria Math" panose="02040503050406030204" pitchFamily="18" charset="0"/>
                              <a:cs typeface="Times New Roman" panose="02020603050405020304" pitchFamily="18" charset="0"/>
                            </a:rPr>
                          </m:ctrlPr>
                        </m:dPr>
                        <m:e>
                          <m:sSub>
                            <m:sSubPr>
                              <m:ctrlPr>
                                <a:rPr lang="en-US" altLang="zh-CN" sz="2000" i="1">
                                  <a:latin typeface="Cambria Math" panose="02040503050406030204" pitchFamily="18" charset="0"/>
                                  <a:cs typeface="Times New Roman" panose="02020603050405020304" pitchFamily="18" charset="0"/>
                                </a:rPr>
                              </m:ctrlPr>
                            </m:sSubPr>
                            <m:e>
                              <m:r>
                                <m:rPr>
                                  <m:sty m:val="p"/>
                                </m:rPr>
                                <a:rPr lang="en-US" altLang="zh-CN" sz="2000" i="1">
                                  <a:latin typeface="Cambria Math" panose="02040503050406030204" pitchFamily="18" charset="0"/>
                                  <a:cs typeface="Times New Roman" panose="02020603050405020304" pitchFamily="18" charset="0"/>
                                </a:rPr>
                                <m:t>PCl</m:t>
                              </m:r>
                            </m:e>
                            <m:sub>
                              <m:r>
                                <a:rPr lang="en-US" altLang="zh-CN" sz="2000" i="1">
                                  <a:latin typeface="Cambria Math" panose="02040503050406030204" pitchFamily="18" charset="0"/>
                                  <a:cs typeface="Times New Roman" panose="02020603050405020304" pitchFamily="18" charset="0"/>
                                </a:rPr>
                                <m:t>3</m:t>
                              </m:r>
                            </m:sub>
                          </m:sSub>
                        </m:e>
                      </m:d>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𝑝</m:t>
                      </m:r>
                      <m:d>
                        <m:dPr>
                          <m:ctrlPr>
                            <a:rPr lang="en-US" altLang="zh-CN" sz="2000" i="1">
                              <a:latin typeface="Cambria Math" panose="02040503050406030204" pitchFamily="18" charset="0"/>
                              <a:cs typeface="Times New Roman" panose="02020603050405020304" pitchFamily="18" charset="0"/>
                            </a:rPr>
                          </m:ctrlPr>
                        </m:dPr>
                        <m:e>
                          <m:sSub>
                            <m:sSubPr>
                              <m:ctrlPr>
                                <a:rPr lang="en-US" altLang="zh-CN" sz="2000" i="1">
                                  <a:latin typeface="Cambria Math" panose="02040503050406030204" pitchFamily="18" charset="0"/>
                                  <a:cs typeface="Times New Roman" panose="02020603050405020304" pitchFamily="18" charset="0"/>
                                </a:rPr>
                              </m:ctrlPr>
                            </m:sSubPr>
                            <m:e>
                              <m:r>
                                <m:rPr>
                                  <m:sty m:val="p"/>
                                </m:rPr>
                                <a:rPr lang="en-US" altLang="zh-CN" sz="2000">
                                  <a:latin typeface="Cambria Math" panose="02040503050406030204" pitchFamily="18" charset="0"/>
                                  <a:cs typeface="Times New Roman" panose="02020603050405020304" pitchFamily="18" charset="0"/>
                                </a:rPr>
                                <m:t>Cl</m:t>
                              </m:r>
                            </m:e>
                            <m:sub>
                              <m:r>
                                <a:rPr lang="en-US" altLang="zh-CN" sz="2000">
                                  <a:latin typeface="Cambria Math" panose="02040503050406030204" pitchFamily="18" charset="0"/>
                                  <a:cs typeface="Times New Roman" panose="02020603050405020304" pitchFamily="18" charset="0"/>
                                </a:rPr>
                                <m:t>2</m:t>
                              </m:r>
                            </m:sub>
                          </m:sSub>
                        </m:e>
                      </m:d>
                      <m:r>
                        <a:rPr lang="en-US" altLang="zh-CN" sz="2000">
                          <a:latin typeface="Cambria Math" panose="02040503050406030204" pitchFamily="18" charset="0"/>
                          <a:cs typeface="Times New Roman" panose="02020603050405020304" pitchFamily="18" charset="0"/>
                        </a:rPr>
                        <m:t>=100</m:t>
                      </m:r>
                      <m:r>
                        <m:rPr>
                          <m:sty m:val="p"/>
                        </m:rPr>
                        <a:rPr lang="en-US" altLang="zh-CN" sz="2000" i="1">
                          <a:latin typeface="Cambria Math" panose="02040503050406030204" pitchFamily="18" charset="0"/>
                          <a:cs typeface="Times New Roman" panose="02020603050405020304" pitchFamily="18" charset="0"/>
                        </a:rPr>
                        <m:t>kPa</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a:latin typeface="Cambria Math" panose="02040503050406030204" pitchFamily="18" charset="0"/>
                              <a:cs typeface="Times New Roman" panose="02020603050405020304" pitchFamily="18" charset="0"/>
                            </a:rPr>
                            <m:t>0.0101 </m:t>
                          </m:r>
                          <m:r>
                            <m:rPr>
                              <m:sty m:val="p"/>
                            </m:rPr>
                            <a:rPr lang="en-US" altLang="zh-CN" sz="2000">
                              <a:latin typeface="Cambria Math" panose="02040503050406030204" pitchFamily="18" charset="0"/>
                              <a:cs typeface="Times New Roman" panose="02020603050405020304" pitchFamily="18" charset="0"/>
                            </a:rPr>
                            <m:t>mol</m:t>
                          </m:r>
                        </m:num>
                        <m:den>
                          <m:r>
                            <a:rPr lang="en-US" altLang="zh-CN" sz="2000">
                              <a:latin typeface="Cambria Math" panose="02040503050406030204" pitchFamily="18" charset="0"/>
                              <a:cs typeface="Times New Roman" panose="02020603050405020304" pitchFamily="18" charset="0"/>
                            </a:rPr>
                            <m:t>0.0230 </m:t>
                          </m:r>
                          <m:r>
                            <m:rPr>
                              <m:sty m:val="p"/>
                            </m:rPr>
                            <a:rPr lang="en-US" altLang="zh-CN" sz="2000">
                              <a:latin typeface="Cambria Math" panose="02040503050406030204" pitchFamily="18" charset="0"/>
                              <a:cs typeface="Times New Roman" panose="02020603050405020304" pitchFamily="18" charset="0"/>
                            </a:rPr>
                            <m:t>mol</m:t>
                          </m:r>
                        </m:den>
                      </m:f>
                      <m:r>
                        <a:rPr lang="en-US" altLang="zh-CN" sz="2000" i="1">
                          <a:latin typeface="Cambria Math" panose="02040503050406030204" pitchFamily="18" charset="0"/>
                          <a:cs typeface="Times New Roman" panose="02020603050405020304" pitchFamily="18" charset="0"/>
                        </a:rPr>
                        <m:t>=44 </m:t>
                      </m:r>
                      <m:r>
                        <m:rPr>
                          <m:sty m:val="p"/>
                        </m:rPr>
                        <a:rPr lang="en-US" altLang="zh-CN" sz="2000">
                          <a:latin typeface="Cambria Math" panose="02040503050406030204" pitchFamily="18" charset="0"/>
                          <a:cs typeface="Times New Roman" panose="02020603050405020304" pitchFamily="18" charset="0"/>
                        </a:rPr>
                        <m:t>kPa</m:t>
                      </m:r>
                    </m:oMath>
                  </m:oMathPara>
                </a14:m>
                <a:endParaRPr lang="en-US" altLang="zh-CN" sz="2000" dirty="0">
                  <a:latin typeface="Cambria Math" panose="02040503050406030204" pitchFamily="18" charset="0"/>
                  <a:cs typeface="Times New Roman" panose="02020603050405020304" pitchFamily="18" charset="0"/>
                </a:endParaRPr>
              </a:p>
              <a:p>
                <a:pPr>
                  <a:lnSpc>
                    <a:spcPts val="4800"/>
                  </a:lnSpc>
                </a:pPr>
                <a14:m>
                  <m:oMathPara xmlns:m="http://schemas.openxmlformats.org/officeDocument/2006/math">
                    <m:oMathParaPr>
                      <m:jc m:val="left"/>
                    </m:oMathParaPr>
                    <m:oMath xmlns:m="http://schemas.openxmlformats.org/officeDocument/2006/math">
                      <m:r>
                        <a:rPr lang="en-US" altLang="zh-CN" sz="2000" i="1">
                          <a:latin typeface="Cambria Math" panose="02040503050406030204" pitchFamily="18" charset="0"/>
                          <a:cs typeface="Times New Roman" panose="02020603050405020304" pitchFamily="18" charset="0"/>
                        </a:rPr>
                        <m:t>                </m:t>
                      </m:r>
                      <m:r>
                        <a:rPr lang="en-US" altLang="zh-CN" sz="2000" i="1">
                          <a:latin typeface="Cambria Math" panose="02040503050406030204" pitchFamily="18" charset="0"/>
                          <a:cs typeface="Times New Roman" panose="02020603050405020304" pitchFamily="18" charset="0"/>
                        </a:rPr>
                        <m:t>𝑝</m:t>
                      </m:r>
                      <m:d>
                        <m:dPr>
                          <m:ctrlPr>
                            <a:rPr lang="en-US" altLang="zh-CN" sz="2000" i="1">
                              <a:latin typeface="Cambria Math" panose="02040503050406030204" pitchFamily="18" charset="0"/>
                              <a:cs typeface="Times New Roman" panose="02020603050405020304" pitchFamily="18" charset="0"/>
                            </a:rPr>
                          </m:ctrlPr>
                        </m:dPr>
                        <m:e>
                          <m:sSub>
                            <m:sSubPr>
                              <m:ctrlPr>
                                <a:rPr lang="en-US" altLang="zh-CN" sz="2000" i="1">
                                  <a:latin typeface="Cambria Math" panose="02040503050406030204" pitchFamily="18" charset="0"/>
                                  <a:cs typeface="Times New Roman" panose="02020603050405020304" pitchFamily="18" charset="0"/>
                                </a:rPr>
                              </m:ctrlPr>
                            </m:sSubPr>
                            <m:e>
                              <m:r>
                                <m:rPr>
                                  <m:sty m:val="p"/>
                                </m:rPr>
                                <a:rPr lang="en-US" altLang="zh-CN" sz="2000">
                                  <a:latin typeface="Cambria Math" panose="02040503050406030204" pitchFamily="18" charset="0"/>
                                  <a:cs typeface="Times New Roman" panose="02020603050405020304" pitchFamily="18" charset="0"/>
                                </a:rPr>
                                <m:t>PCl</m:t>
                              </m:r>
                            </m:e>
                            <m:sub>
                              <m:r>
                                <a:rPr lang="en-US" altLang="zh-CN" sz="2000">
                                  <a:latin typeface="Cambria Math" panose="02040503050406030204" pitchFamily="18" charset="0"/>
                                  <a:cs typeface="Times New Roman" panose="02020603050405020304" pitchFamily="18" charset="0"/>
                                </a:rPr>
                                <m:t>5</m:t>
                              </m:r>
                            </m:sub>
                          </m:sSub>
                        </m:e>
                      </m:d>
                      <m:r>
                        <a:rPr lang="en-US" altLang="zh-CN" sz="2000" i="1">
                          <a:latin typeface="Cambria Math" panose="02040503050406030204" pitchFamily="18" charset="0"/>
                          <a:cs typeface="Times New Roman" panose="02020603050405020304" pitchFamily="18" charset="0"/>
                        </a:rPr>
                        <m:t>=</m:t>
                      </m:r>
                      <m:r>
                        <a:rPr lang="en-US" altLang="zh-CN" sz="2000">
                          <a:latin typeface="Cambria Math" panose="02040503050406030204" pitchFamily="18" charset="0"/>
                          <a:cs typeface="Times New Roman" panose="02020603050405020304" pitchFamily="18" charset="0"/>
                        </a:rPr>
                        <m:t>100</m:t>
                      </m:r>
                      <m:r>
                        <m:rPr>
                          <m:sty m:val="p"/>
                        </m:rPr>
                        <a:rPr lang="en-US" altLang="zh-CN" sz="2000" i="1">
                          <a:latin typeface="Cambria Math" panose="02040503050406030204" pitchFamily="18" charset="0"/>
                          <a:cs typeface="Times New Roman" panose="02020603050405020304" pitchFamily="18" charset="0"/>
                        </a:rPr>
                        <m:t>kPa</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a:latin typeface="Cambria Math" panose="02040503050406030204" pitchFamily="18" charset="0"/>
                              <a:cs typeface="Times New Roman" panose="02020603050405020304" pitchFamily="18" charset="0"/>
                            </a:rPr>
                          </m:ctrlPr>
                        </m:fPr>
                        <m:num>
                          <m:r>
                            <a:rPr lang="en-US" altLang="zh-CN" sz="2000">
                              <a:latin typeface="Cambria Math" panose="02040503050406030204" pitchFamily="18" charset="0"/>
                              <a:cs typeface="Times New Roman" panose="02020603050405020304" pitchFamily="18" charset="0"/>
                            </a:rPr>
                            <m:t>0.0028 </m:t>
                          </m:r>
                          <m:r>
                            <m:rPr>
                              <m:sty m:val="p"/>
                            </m:rPr>
                            <a:rPr lang="en-US" altLang="zh-CN" sz="2000">
                              <a:latin typeface="Cambria Math" panose="02040503050406030204" pitchFamily="18" charset="0"/>
                              <a:cs typeface="Times New Roman" panose="02020603050405020304" pitchFamily="18" charset="0"/>
                            </a:rPr>
                            <m:t>mol</m:t>
                          </m:r>
                        </m:num>
                        <m:den>
                          <m:r>
                            <a:rPr lang="en-US" altLang="zh-CN" sz="2000">
                              <a:latin typeface="Cambria Math" panose="02040503050406030204" pitchFamily="18" charset="0"/>
                              <a:cs typeface="Times New Roman" panose="02020603050405020304" pitchFamily="18" charset="0"/>
                            </a:rPr>
                            <m:t>0.0230 </m:t>
                          </m:r>
                          <m:r>
                            <m:rPr>
                              <m:sty m:val="p"/>
                            </m:rPr>
                            <a:rPr lang="en-US" altLang="zh-CN" sz="2000">
                              <a:latin typeface="Cambria Math" panose="02040503050406030204" pitchFamily="18" charset="0"/>
                              <a:cs typeface="Times New Roman" panose="02020603050405020304" pitchFamily="18" charset="0"/>
                            </a:rPr>
                            <m:t>mol</m:t>
                          </m:r>
                        </m:den>
                      </m:f>
                      <m:r>
                        <a:rPr lang="en-US" altLang="zh-CN" sz="2000" i="1">
                          <a:latin typeface="Cambria Math" panose="02040503050406030204" pitchFamily="18" charset="0"/>
                          <a:cs typeface="Times New Roman" panose="02020603050405020304" pitchFamily="18" charset="0"/>
                        </a:rPr>
                        <m:t>=</m:t>
                      </m:r>
                      <m:r>
                        <a:rPr lang="en-US" altLang="zh-CN" sz="2000">
                          <a:latin typeface="Cambria Math" panose="02040503050406030204" pitchFamily="18" charset="0"/>
                          <a:cs typeface="Times New Roman" panose="02020603050405020304" pitchFamily="18" charset="0"/>
                        </a:rPr>
                        <m:t>12 </m:t>
                      </m:r>
                      <m:r>
                        <m:rPr>
                          <m:sty m:val="p"/>
                        </m:rPr>
                        <a:rPr lang="en-US" altLang="zh-CN" sz="2000">
                          <a:latin typeface="Cambria Math" panose="02040503050406030204" pitchFamily="18" charset="0"/>
                          <a:cs typeface="Times New Roman" panose="02020603050405020304" pitchFamily="18" charset="0"/>
                        </a:rPr>
                        <m:t>kPa</m:t>
                      </m:r>
                    </m:oMath>
                  </m:oMathPara>
                </a14:m>
                <a:endParaRPr lang="en-US" altLang="zh-CN" sz="2000" dirty="0">
                  <a:latin typeface="Cambria Math" panose="02040503050406030204" pitchFamily="18" charset="0"/>
                  <a:cs typeface="Times New Roman" panose="02020603050405020304" pitchFamily="18" charset="0"/>
                </a:endParaRPr>
              </a:p>
              <a:p>
                <a:pPr>
                  <a:lnSpc>
                    <a:spcPts val="5500"/>
                  </a:lnSpc>
                </a:pPr>
                <a14:m>
                  <m:oMathPara xmlns:m="http://schemas.openxmlformats.org/officeDocument/2006/math">
                    <m:oMathParaPr>
                      <m:jc m:val="left"/>
                    </m:oMathParaPr>
                    <m:oMath xmlns:m="http://schemas.openxmlformats.org/officeDocument/2006/math">
                      <m:r>
                        <m:rPr>
                          <m:nor/>
                        </m:rPr>
                        <a:rPr lang="en-US" altLang="zh-CN" sz="2000" i="1" dirty="0">
                          <a:latin typeface="Times New Roman" panose="02020603050405020304" pitchFamily="18" charset="0"/>
                          <a:cs typeface="Times New Roman" panose="02020603050405020304" pitchFamily="18" charset="0"/>
                        </a:rPr>
                        <m:t>              </m:t>
                      </m:r>
                      <m:r>
                        <m:rPr>
                          <m:nor/>
                        </m:rPr>
                        <a:rPr lang="en-US" altLang="zh-CN" sz="2000" i="1" dirty="0">
                          <a:latin typeface="Times New Roman" panose="02020603050405020304" pitchFamily="18" charset="0"/>
                          <a:cs typeface="Times New Roman" panose="02020603050405020304" pitchFamily="18" charset="0"/>
                        </a:rPr>
                        <m:t>Kc</m:t>
                      </m:r>
                      <m:r>
                        <m:rPr>
                          <m:nor/>
                        </m:rPr>
                        <a:rPr lang="en-US" altLang="zh-CN" sz="2000" i="1" dirty="0">
                          <a:latin typeface="Times New Roman" panose="02020603050405020304" pitchFamily="18" charset="0"/>
                          <a:cs typeface="Times New Roman" panose="02020603050405020304" pitchFamily="18" charset="0"/>
                        </a:rPr>
                        <m:t> =</m:t>
                      </m:r>
                      <m:f>
                        <m:fPr>
                          <m:ctrlPr>
                            <a:rPr lang="en-US" altLang="zh-CN" sz="2000" i="1">
                              <a:latin typeface="Cambria Math" panose="02040503050406030204" pitchFamily="18" charset="0"/>
                              <a:cs typeface="Times New Roman" panose="02020603050405020304" pitchFamily="18" charset="0"/>
                            </a:rPr>
                          </m:ctrlPr>
                        </m:fPr>
                        <m:num>
                          <m:d>
                            <m:dPr>
                              <m:ctrlPr>
                                <a:rPr lang="en-US" altLang="zh-CN" sz="2000" i="1">
                                  <a:latin typeface="Cambria Math" panose="02040503050406030204" pitchFamily="18" charset="0"/>
                                  <a:cs typeface="Times New Roman" panose="02020603050405020304" pitchFamily="18" charset="0"/>
                                </a:rPr>
                              </m:ctrlPr>
                            </m:dPr>
                            <m:e>
                              <m:r>
                                <a:rPr lang="en-US" altLang="zh-CN" sz="2000">
                                  <a:latin typeface="Cambria Math" panose="02040503050406030204" pitchFamily="18" charset="0"/>
                                  <a:cs typeface="Times New Roman" panose="02020603050405020304" pitchFamily="18" charset="0"/>
                                </a:rPr>
                                <m:t>0.0101</m:t>
                              </m:r>
                              <m:r>
                                <m:rPr>
                                  <m:sty m:val="p"/>
                                </m:rPr>
                                <a:rPr lang="en-US" altLang="zh-CN" sz="2000">
                                  <a:latin typeface="Cambria Math" panose="02040503050406030204" pitchFamily="18" charset="0"/>
                                  <a:cs typeface="Times New Roman" panose="02020603050405020304" pitchFamily="18" charset="0"/>
                                </a:rPr>
                                <m:t>mol</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dm</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3</m:t>
                                  </m:r>
                                </m:sup>
                              </m:sSup>
                            </m:e>
                          </m:d>
                          <m:r>
                            <a:rPr lang="en-US" altLang="zh-CN" sz="2000" baseline="30000">
                              <a:latin typeface="Cambria Math" panose="02040503050406030204" pitchFamily="18" charset="0"/>
                              <a:cs typeface="Times New Roman" panose="02020603050405020304" pitchFamily="18" charset="0"/>
                            </a:rPr>
                            <m:t>2</m:t>
                          </m:r>
                        </m:num>
                        <m:den>
                          <m:r>
                            <a:rPr lang="en-US" altLang="zh-CN" sz="2000">
                              <a:latin typeface="Cambria Math" panose="02040503050406030204" pitchFamily="18" charset="0"/>
                              <a:cs typeface="Times New Roman" panose="02020603050405020304" pitchFamily="18" charset="0"/>
                            </a:rPr>
                            <m:t>(0.0</m:t>
                          </m:r>
                          <m:r>
                            <a:rPr lang="en-US" altLang="zh-CN" sz="2000" i="1">
                              <a:latin typeface="Cambria Math" panose="02040503050406030204" pitchFamily="18" charset="0"/>
                              <a:cs typeface="Times New Roman" panose="02020603050405020304" pitchFamily="18" charset="0"/>
                            </a:rPr>
                            <m:t>129</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0.0101)</m:t>
                          </m:r>
                          <m:r>
                            <m:rPr>
                              <m:sty m:val="p"/>
                            </m:rPr>
                            <a:rPr lang="en-US" altLang="zh-CN" sz="2000">
                              <a:latin typeface="Cambria Math" panose="02040503050406030204" pitchFamily="18" charset="0"/>
                              <a:cs typeface="Times New Roman" panose="02020603050405020304" pitchFamily="18" charset="0"/>
                            </a:rPr>
                            <m:t>mol</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dm</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3</m:t>
                              </m:r>
                            </m:sup>
                          </m:sSup>
                        </m:den>
                      </m:f>
                      <m:r>
                        <a:rPr lang="en-US" altLang="zh-CN" sz="2000" i="1">
                          <a:latin typeface="Cambria Math" panose="02040503050406030204" pitchFamily="18" charset="0"/>
                          <a:cs typeface="Times New Roman" panose="02020603050405020304" pitchFamily="18" charset="0"/>
                        </a:rPr>
                        <m:t>=0.036</m:t>
                      </m:r>
                      <m:r>
                        <a:rPr lang="en-US" altLang="zh-CN" sz="2000">
                          <a:latin typeface="Cambria Math" panose="02040503050406030204" pitchFamily="18" charset="0"/>
                          <a:cs typeface="Times New Roman" panose="02020603050405020304" pitchFamily="18" charset="0"/>
                        </a:rPr>
                        <m:t> </m:t>
                      </m:r>
                      <m:r>
                        <m:rPr>
                          <m:sty m:val="p"/>
                        </m:rPr>
                        <a:rPr lang="en-US" altLang="zh-CN" sz="2000">
                          <a:latin typeface="Cambria Math" panose="02040503050406030204" pitchFamily="18" charset="0"/>
                          <a:cs typeface="Times New Roman" panose="02020603050405020304" pitchFamily="18" charset="0"/>
                        </a:rPr>
                        <m:t>mol</m:t>
                      </m:r>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000">
                              <a:latin typeface="Cambria Math" panose="02040503050406030204" pitchFamily="18" charset="0"/>
                              <a:ea typeface="Cambria Math" panose="02040503050406030204" pitchFamily="18" charset="0"/>
                              <a:cs typeface="Times New Roman" panose="02020603050405020304" pitchFamily="18" charset="0"/>
                            </a:rPr>
                            <m:t>dm</m:t>
                          </m:r>
                        </m:e>
                        <m:sup>
                          <m:r>
                            <a:rPr lang="en-US" altLang="zh-CN" sz="20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3</m:t>
                          </m:r>
                        </m:sup>
                      </m:sSup>
                    </m:oMath>
                  </m:oMathPara>
                </a14:m>
                <a:endParaRPr lang="en-US" altLang="zh-CN" sz="2000" i="1" dirty="0">
                  <a:latin typeface="Cambria Math" panose="02040503050406030204" pitchFamily="18" charset="0"/>
                  <a:cs typeface="Times New Roman" panose="02020603050405020304" pitchFamily="18" charset="0"/>
                </a:endParaRPr>
              </a:p>
              <a:p>
                <a:pPr>
                  <a:lnSpc>
                    <a:spcPts val="5500"/>
                  </a:lnSpc>
                </a:pPr>
                <a14:m>
                  <m:oMathPara xmlns:m="http://schemas.openxmlformats.org/officeDocument/2006/math">
                    <m:oMathParaPr>
                      <m:jc m:val="left"/>
                    </m:oMathParaPr>
                    <m:oMath xmlns:m="http://schemas.openxmlformats.org/officeDocument/2006/math">
                      <m:r>
                        <a:rPr lang="en-US" altLang="zh-CN" sz="2000" i="1" dirty="0">
                          <a:latin typeface="Cambria Math" panose="02040503050406030204" pitchFamily="18" charset="0"/>
                          <a:cs typeface="Times New Roman" panose="02020603050405020304" pitchFamily="18" charset="0"/>
                        </a:rPr>
                        <m:t>                </m:t>
                      </m:r>
                      <m:r>
                        <m:rPr>
                          <m:nor/>
                        </m:rPr>
                        <a:rPr lang="en-US" altLang="zh-CN" sz="2000" i="1" dirty="0">
                          <a:latin typeface="Times New Roman" panose="02020603050405020304" pitchFamily="18" charset="0"/>
                          <a:cs typeface="Times New Roman" panose="02020603050405020304" pitchFamily="18" charset="0"/>
                        </a:rPr>
                        <m:t>K</m:t>
                      </m:r>
                      <m:r>
                        <m:rPr>
                          <m:sty m:val="p"/>
                        </m:rPr>
                        <a:rPr lang="en-US" altLang="zh-CN" sz="2000" i="1" baseline="-25000" dirty="0">
                          <a:latin typeface="Cambria Math" panose="02040503050406030204" pitchFamily="18" charset="0"/>
                          <a:cs typeface="Times New Roman" panose="02020603050405020304" pitchFamily="18" charset="0"/>
                        </a:rPr>
                        <m:t>p</m:t>
                      </m:r>
                      <m:r>
                        <a:rPr lang="en-US" altLang="zh-CN" sz="2000" i="1" dirty="0">
                          <a:latin typeface="Cambria Math" panose="02040503050406030204" pitchFamily="18" charset="0"/>
                          <a:cs typeface="Times New Roman" panose="02020603050405020304" pitchFamily="18" charset="0"/>
                        </a:rPr>
                        <m:t>=</m:t>
                      </m:r>
                      <m:f>
                        <m:fPr>
                          <m:ctrlPr>
                            <a:rPr lang="en-US" altLang="zh-CN" sz="2000" i="1" dirty="0">
                              <a:latin typeface="Cambria Math" panose="02040503050406030204" pitchFamily="18" charset="0"/>
                              <a:cs typeface="Times New Roman" panose="02020603050405020304" pitchFamily="18" charset="0"/>
                            </a:rPr>
                          </m:ctrlPr>
                        </m:fPr>
                        <m:num>
                          <m:d>
                            <m:dPr>
                              <m:ctrlPr>
                                <a:rPr lang="en-US" altLang="zh-CN" sz="2000" i="1" dirty="0">
                                  <a:latin typeface="Cambria Math" panose="02040503050406030204" pitchFamily="18" charset="0"/>
                                  <a:cs typeface="Times New Roman" panose="02020603050405020304" pitchFamily="18" charset="0"/>
                                </a:rPr>
                              </m:ctrlPr>
                            </m:dPr>
                            <m:e>
                              <m:r>
                                <a:rPr lang="en-US" altLang="zh-CN" sz="2000" dirty="0">
                                  <a:latin typeface="Cambria Math" panose="02040503050406030204" pitchFamily="18" charset="0"/>
                                  <a:cs typeface="Times New Roman" panose="02020603050405020304" pitchFamily="18" charset="0"/>
                                </a:rPr>
                                <m:t>44 </m:t>
                              </m:r>
                              <m:r>
                                <m:rPr>
                                  <m:sty m:val="p"/>
                                </m:rPr>
                                <a:rPr lang="en-US" altLang="zh-CN" sz="2000" dirty="0">
                                  <a:latin typeface="Cambria Math" panose="02040503050406030204" pitchFamily="18" charset="0"/>
                                  <a:cs typeface="Times New Roman" panose="02020603050405020304" pitchFamily="18" charset="0"/>
                                </a:rPr>
                                <m:t>kPa</m:t>
                              </m:r>
                            </m:e>
                          </m:d>
                          <m:r>
                            <a:rPr lang="en-US" altLang="zh-CN" sz="2000" baseline="30000" dirty="0">
                              <a:latin typeface="Cambria Math" panose="02040503050406030204" pitchFamily="18" charset="0"/>
                              <a:cs typeface="Times New Roman" panose="02020603050405020304" pitchFamily="18" charset="0"/>
                            </a:rPr>
                            <m:t>2</m:t>
                          </m:r>
                        </m:num>
                        <m:den>
                          <m:r>
                            <a:rPr lang="en-US" altLang="zh-CN" sz="2000" dirty="0">
                              <a:latin typeface="Cambria Math" panose="02040503050406030204" pitchFamily="18" charset="0"/>
                              <a:cs typeface="Times New Roman" panose="02020603050405020304" pitchFamily="18" charset="0"/>
                            </a:rPr>
                            <m:t>12</m:t>
                          </m:r>
                          <m:r>
                            <m:rPr>
                              <m:sty m:val="p"/>
                            </m:rPr>
                            <a:rPr lang="en-US" altLang="zh-CN" sz="2000" dirty="0">
                              <a:latin typeface="Cambria Math" panose="02040503050406030204" pitchFamily="18" charset="0"/>
                              <a:cs typeface="Times New Roman" panose="02020603050405020304" pitchFamily="18" charset="0"/>
                            </a:rPr>
                            <m:t>kPa</m:t>
                          </m:r>
                        </m:den>
                      </m:f>
                      <m:r>
                        <a:rPr lang="en-US" altLang="zh-CN" sz="2000" dirty="0">
                          <a:latin typeface="Cambria Math" panose="02040503050406030204" pitchFamily="18" charset="0"/>
                          <a:cs typeface="Times New Roman" panose="02020603050405020304" pitchFamily="18" charset="0"/>
                        </a:rPr>
                        <m:t>=</m:t>
                      </m:r>
                      <m:r>
                        <a:rPr lang="en-US" altLang="zh-CN" sz="2000" i="1" dirty="0">
                          <a:latin typeface="Cambria Math" panose="02040503050406030204" pitchFamily="18" charset="0"/>
                          <a:cs typeface="Times New Roman" panose="02020603050405020304" pitchFamily="18" charset="0"/>
                        </a:rPr>
                        <m:t>161</m:t>
                      </m:r>
                      <m:r>
                        <m:rPr>
                          <m:sty m:val="p"/>
                        </m:rPr>
                        <a:rPr lang="en-US" altLang="zh-CN" sz="2000" dirty="0">
                          <a:latin typeface="Cambria Math" panose="02040503050406030204" pitchFamily="18" charset="0"/>
                          <a:cs typeface="Times New Roman" panose="02020603050405020304" pitchFamily="18" charset="0"/>
                        </a:rPr>
                        <m:t>kPa</m:t>
                      </m:r>
                    </m:oMath>
                  </m:oMathPara>
                </a14:m>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847528" y="1716626"/>
                <a:ext cx="8424936" cy="2734082"/>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2" name="对象 1">
            <a:extLst>
              <a:ext uri="{FF2B5EF4-FFF2-40B4-BE49-F238E27FC236}">
                <a16:creationId xmlns:a16="http://schemas.microsoft.com/office/drawing/2014/main" id="{8A72B6D1-7F93-4AB5-B1AA-5F070B917E27}"/>
              </a:ext>
            </a:extLst>
          </p:cNvPr>
          <p:cNvGraphicFramePr>
            <a:graphicFrameLocks noChangeAspect="1"/>
          </p:cNvGraphicFramePr>
          <p:nvPr/>
        </p:nvGraphicFramePr>
        <p:xfrm>
          <a:off x="8077437" y="3826104"/>
          <a:ext cx="2132402" cy="1533413"/>
        </p:xfrm>
        <a:graphic>
          <a:graphicData uri="http://schemas.openxmlformats.org/presentationml/2006/ole">
            <mc:AlternateContent xmlns:mc="http://schemas.openxmlformats.org/markup-compatibility/2006">
              <mc:Choice xmlns:v="urn:schemas-microsoft-com:vml" Requires="v">
                <p:oleObj name="Equation" r:id="rId3" imgW="1130040" imgH="812520" progId="Equation.DSMT4">
                  <p:embed/>
                </p:oleObj>
              </mc:Choice>
              <mc:Fallback>
                <p:oleObj name="Equation" r:id="rId3" imgW="1130040" imgH="812520" progId="Equation.DSMT4">
                  <p:embed/>
                  <p:pic>
                    <p:nvPicPr>
                      <p:cNvPr id="2" name="对象 1">
                        <a:extLst>
                          <a:ext uri="{FF2B5EF4-FFF2-40B4-BE49-F238E27FC236}">
                            <a16:creationId xmlns:a16="http://schemas.microsoft.com/office/drawing/2014/main" id="{8A72B6D1-7F93-4AB5-B1AA-5F070B917E27}"/>
                          </a:ext>
                        </a:extLst>
                      </p:cNvPr>
                      <p:cNvPicPr/>
                      <p:nvPr/>
                    </p:nvPicPr>
                    <p:blipFill>
                      <a:blip r:embed="rId4"/>
                      <a:stretch>
                        <a:fillRect/>
                      </a:stretch>
                    </p:blipFill>
                    <p:spPr>
                      <a:xfrm>
                        <a:off x="8077437" y="3826104"/>
                        <a:ext cx="2132402" cy="1533413"/>
                      </a:xfrm>
                      <a:prstGeom prst="rect">
                        <a:avLst/>
                      </a:prstGeom>
                      <a:ln w="28575">
                        <a:solidFill>
                          <a:srgbClr val="C00000"/>
                        </a:solidFill>
                      </a:ln>
                    </p:spPr>
                  </p:pic>
                </p:oleObj>
              </mc:Fallback>
            </mc:AlternateContent>
          </a:graphicData>
        </a:graphic>
      </p:graphicFrame>
      <p:graphicFrame>
        <p:nvGraphicFramePr>
          <p:cNvPr id="3" name="对象 2">
            <a:extLst>
              <a:ext uri="{FF2B5EF4-FFF2-40B4-BE49-F238E27FC236}">
                <a16:creationId xmlns:a16="http://schemas.microsoft.com/office/drawing/2014/main" id="{7BAE6C35-B69C-42F9-9796-B0115A696AA7}"/>
              </a:ext>
            </a:extLst>
          </p:cNvPr>
          <p:cNvGraphicFramePr>
            <a:graphicFrameLocks noChangeAspect="1"/>
          </p:cNvGraphicFramePr>
          <p:nvPr/>
        </p:nvGraphicFramePr>
        <p:xfrm>
          <a:off x="2757210" y="5157530"/>
          <a:ext cx="4968552" cy="719743"/>
        </p:xfrm>
        <a:graphic>
          <a:graphicData uri="http://schemas.openxmlformats.org/presentationml/2006/ole">
            <mc:AlternateContent xmlns:mc="http://schemas.openxmlformats.org/markup-compatibility/2006">
              <mc:Choice xmlns:v="urn:schemas-microsoft-com:vml" Requires="v">
                <p:oleObj name="Equation" r:id="rId5" imgW="2717640" imgH="393480" progId="Equation.DSMT4">
                  <p:embed/>
                </p:oleObj>
              </mc:Choice>
              <mc:Fallback>
                <p:oleObj name="Equation" r:id="rId5" imgW="2717640" imgH="393480" progId="Equation.DSMT4">
                  <p:embed/>
                  <p:pic>
                    <p:nvPicPr>
                      <p:cNvPr id="3" name="对象 2">
                        <a:extLst>
                          <a:ext uri="{FF2B5EF4-FFF2-40B4-BE49-F238E27FC236}">
                            <a16:creationId xmlns:a16="http://schemas.microsoft.com/office/drawing/2014/main" id="{7BAE6C35-B69C-42F9-9796-B0115A696AA7}"/>
                          </a:ext>
                        </a:extLst>
                      </p:cNvPr>
                      <p:cNvPicPr/>
                      <p:nvPr/>
                    </p:nvPicPr>
                    <p:blipFill>
                      <a:blip r:embed="rId6"/>
                      <a:stretch>
                        <a:fillRect/>
                      </a:stretch>
                    </p:blipFill>
                    <p:spPr>
                      <a:xfrm>
                        <a:off x="2757210" y="5157530"/>
                        <a:ext cx="4968552" cy="71974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B7BA2576-633E-4BC7-A057-CDAC89183F4D}"/>
                  </a:ext>
                </a:extLst>
              </p:cNvPr>
              <p:cNvSpPr txBox="1"/>
              <p:nvPr/>
            </p:nvSpPr>
            <p:spPr>
              <a:xfrm>
                <a:off x="1973796" y="332657"/>
                <a:ext cx="8244408" cy="1418915"/>
              </a:xfrm>
              <a:prstGeom prst="rect">
                <a:avLst/>
              </a:prstGeom>
              <a:noFill/>
            </p:spPr>
            <p:txBody>
              <a:bodyPr wrap="square" rtlCol="0">
                <a:spAutoFit/>
              </a:bodyPr>
              <a:lstStyle/>
              <a:p>
                <a:pPr>
                  <a:lnSpc>
                    <a:spcPct val="150000"/>
                  </a:lnSpc>
                </a:pPr>
                <a:r>
                  <a:rPr lang="en-US" altLang="zh-CN" sz="2000" dirty="0">
                    <a:latin typeface="Times New Roman" panose="02020603050405020304" pitchFamily="18" charset="0"/>
                    <a:cs typeface="Times New Roman" panose="02020603050405020304" pitchFamily="18" charset="0"/>
                  </a:rPr>
                  <a:t>6.17</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遇热按式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en-US" altLang="zh-CN" sz="2000" dirty="0">
                    <a:latin typeface="Times New Roman" panose="02020603050405020304" pitchFamily="18" charset="0"/>
                    <a:cs typeface="Times New Roman" panose="02020603050405020304" pitchFamily="18" charset="0"/>
                  </a:rPr>
                  <a:t>(g) </a:t>
                </a:r>
                <a14:m>
                  <m:oMath xmlns:m="http://schemas.openxmlformats.org/officeDocument/2006/math">
                    <m:r>
                      <a:rPr lang="en-US" altLang="zh-CN" sz="2000">
                        <a:latin typeface="Cambria Math" panose="02040503050406030204" pitchFamily="18" charset="0"/>
                        <a:cs typeface="Times New Roman" panose="02020603050405020304" pitchFamily="18" charset="0"/>
                      </a:rPr>
                      <m:t>⇌</m:t>
                    </m:r>
                  </m:oMath>
                </a14:m>
                <a:r>
                  <a:rPr lang="en-US" altLang="zh-CN" sz="2000" dirty="0">
                    <a:latin typeface="Times New Roman" panose="02020603050405020304" pitchFamily="18" charset="0"/>
                    <a:cs typeface="Times New Roman" panose="02020603050405020304" pitchFamily="18" charset="0"/>
                  </a:rPr>
                  <a:t> PCl</a:t>
                </a:r>
                <a:r>
                  <a:rPr lang="en-US" altLang="zh-CN" sz="2000" baseline="-25000" dirty="0">
                    <a:latin typeface="Times New Roman" panose="02020603050405020304" pitchFamily="18" charset="0"/>
                    <a:cs typeface="Times New Roman" panose="02020603050405020304" pitchFamily="18" charset="0"/>
                  </a:rPr>
                  <a:t>3 </a:t>
                </a:r>
                <a:r>
                  <a:rPr lang="en-US" altLang="zh-CN" sz="2000" dirty="0">
                    <a:latin typeface="Times New Roman" panose="02020603050405020304" pitchFamily="18" charset="0"/>
                    <a:cs typeface="Times New Roman" panose="02020603050405020304" pitchFamily="18" charset="0"/>
                  </a:rPr>
                  <a:t>(g) + Cl</a:t>
                </a:r>
                <a:r>
                  <a:rPr lang="en-US" altLang="zh-CN" sz="2000" baseline="-25000" dirty="0">
                    <a:latin typeface="Times New Roman" panose="02020603050405020304" pitchFamily="18" charset="0"/>
                    <a:cs typeface="Times New Roman" panose="02020603050405020304" pitchFamily="18" charset="0"/>
                  </a:rPr>
                  <a:t>2 </a:t>
                </a:r>
                <a:r>
                  <a:rPr lang="en-US" altLang="zh-CN" sz="2000" dirty="0">
                    <a:latin typeface="Times New Roman" panose="02020603050405020304" pitchFamily="18" charset="0"/>
                    <a:cs typeface="Times New Roman" panose="02020603050405020304" pitchFamily="18" charset="0"/>
                  </a:rPr>
                  <a:t>(g) </a:t>
                </a:r>
                <a:r>
                  <a:rPr lang="zh-CN" altLang="en-US" sz="2000" dirty="0">
                    <a:latin typeface="Times New Roman" panose="02020603050405020304" pitchFamily="18" charset="0"/>
                    <a:cs typeface="Times New Roman" panose="02020603050405020304" pitchFamily="18" charset="0"/>
                  </a:rPr>
                  <a:t>分解。</a:t>
                </a:r>
                <a:r>
                  <a:rPr lang="en-US" altLang="zh-CN" sz="2000" dirty="0">
                    <a:latin typeface="Times New Roman" panose="02020603050405020304" pitchFamily="18" charset="0"/>
                    <a:cs typeface="Times New Roman" panose="02020603050405020304" pitchFamily="18" charset="0"/>
                  </a:rPr>
                  <a:t>2.695 g</a:t>
                </a:r>
                <a:r>
                  <a:rPr lang="zh-CN" altLang="en-US" sz="2000" dirty="0">
                    <a:latin typeface="Times New Roman" panose="02020603050405020304" pitchFamily="18" charset="0"/>
                    <a:cs typeface="Times New Roman" panose="02020603050405020304" pitchFamily="18" charset="0"/>
                  </a:rPr>
                  <a:t>的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装在</a:t>
                </a:r>
                <a:r>
                  <a:rPr lang="en-US" altLang="zh-CN" sz="2000" dirty="0">
                    <a:latin typeface="Times New Roman" panose="02020603050405020304" pitchFamily="18" charset="0"/>
                    <a:cs typeface="Times New Roman" panose="02020603050405020304" pitchFamily="18" charset="0"/>
                  </a:rPr>
                  <a:t>1.00 dm</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的密闭容器中，在</a:t>
                </a:r>
                <a:r>
                  <a:rPr lang="en-US" altLang="zh-CN" sz="2000" dirty="0">
                    <a:latin typeface="Times New Roman" panose="02020603050405020304" pitchFamily="18" charset="0"/>
                    <a:cs typeface="Times New Roman" panose="02020603050405020304" pitchFamily="18" charset="0"/>
                  </a:rPr>
                  <a:t>523 K</a:t>
                </a:r>
                <a:r>
                  <a:rPr lang="zh-CN" altLang="en-US" sz="2000" dirty="0">
                    <a:latin typeface="Times New Roman" panose="02020603050405020304" pitchFamily="18" charset="0"/>
                    <a:cs typeface="Times New Roman" panose="02020603050405020304" pitchFamily="18" charset="0"/>
                  </a:rPr>
                  <a:t>达平衡时总压力为</a:t>
                </a:r>
                <a:r>
                  <a:rPr lang="en-US" altLang="zh-CN" sz="2000" dirty="0">
                    <a:latin typeface="Times New Roman" panose="02020603050405020304" pitchFamily="18" charset="0"/>
                    <a:cs typeface="Times New Roman" panose="02020603050405020304" pitchFamily="18" charset="0"/>
                  </a:rPr>
                  <a:t>100 kPa</a:t>
                </a:r>
                <a:r>
                  <a:rPr lang="zh-CN" altLang="en-US" sz="2000" dirty="0">
                    <a:latin typeface="Times New Roman" panose="02020603050405020304" pitchFamily="18" charset="0"/>
                    <a:cs typeface="Times New Roman" panose="02020603050405020304" pitchFamily="18" charset="0"/>
                  </a:rPr>
                  <a:t>。求 </a:t>
                </a:r>
                <a:r>
                  <a:rPr lang="en-US" altLang="zh-CN" sz="2000" dirty="0">
                    <a:latin typeface="Times New Roman" panose="02020603050405020304" pitchFamily="18" charset="0"/>
                    <a:cs typeface="Times New Roman" panose="02020603050405020304" pitchFamily="18" charset="0"/>
                  </a:rPr>
                  <a:t>PCl</a:t>
                </a:r>
                <a:r>
                  <a:rPr lang="en-US" altLang="zh-CN" sz="2000" baseline="-25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的分解率及平衡常数</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p</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K</a:t>
                </a:r>
                <a:r>
                  <a:rPr lang="en-US" altLang="zh-CN" sz="2000" i="1" baseline="-25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6" name="TextBox 3">
                <a:extLst>
                  <a:ext uri="{FF2B5EF4-FFF2-40B4-BE49-F238E27FC236}">
                    <a16:creationId xmlns:a16="http://schemas.microsoft.com/office/drawing/2014/main" id="{B7BA2576-633E-4BC7-A057-CDAC89183F4D}"/>
                  </a:ext>
                </a:extLst>
              </p:cNvPr>
              <p:cNvSpPr txBox="1">
                <a:spLocks noRot="1" noChangeAspect="1" noMove="1" noResize="1" noEditPoints="1" noAdjustHandles="1" noChangeArrowheads="1" noChangeShapeType="1" noTextEdit="1"/>
              </p:cNvSpPr>
              <p:nvPr/>
            </p:nvSpPr>
            <p:spPr>
              <a:xfrm>
                <a:off x="1973796" y="332657"/>
                <a:ext cx="8244408" cy="1418915"/>
              </a:xfrm>
              <a:prstGeom prst="rect">
                <a:avLst/>
              </a:prstGeom>
              <a:blipFill>
                <a:blip r:embed="rId7"/>
                <a:stretch>
                  <a:fillRect l="-814" r="-370" b="-77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743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1930</TotalTime>
  <Words>593</Words>
  <Application>Microsoft Office PowerPoint</Application>
  <PresentationFormat>宽屏</PresentationFormat>
  <Paragraphs>69</Paragraphs>
  <Slides>17</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17</vt:i4>
      </vt:variant>
    </vt:vector>
  </HeadingPairs>
  <TitlesOfParts>
    <vt:vector size="26" baseType="lpstr">
      <vt:lpstr>等线</vt:lpstr>
      <vt:lpstr>等线 Light</vt:lpstr>
      <vt:lpstr>Arial</vt:lpstr>
      <vt:lpstr>Calibri</vt:lpstr>
      <vt:lpstr>Cambria Math</vt:lpstr>
      <vt:lpstr>Times New Roman</vt:lpstr>
      <vt:lpstr>Office 主题​​</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11.3 硫酸亚硝酸根五氨合钴(Ⅲ)的化学式是；（NH4)3[CrCl2(SCN)4]的中文名是？</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杜 军婕</dc:creator>
  <cp:lastModifiedBy>杜 军婕</cp:lastModifiedBy>
  <cp:revision>15</cp:revision>
  <dcterms:created xsi:type="dcterms:W3CDTF">2020-12-21T08:34:45Z</dcterms:created>
  <dcterms:modified xsi:type="dcterms:W3CDTF">2020-12-22T23:56:08Z</dcterms:modified>
</cp:coreProperties>
</file>