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42767-7F25-4CD9-9817-FB6BD0154F2C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9F4D49-9A17-4991-9CFB-ED4F73E2C9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0213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F4D49-9A17-4991-9CFB-ED4F73E2C97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139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95C42F-BEE5-98BC-5321-E0B22CFB6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1CB8CB-ABA0-384D-5BED-1B0D3321E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6C359A-887E-732F-52E6-938BF8BFC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FBFF-E3C5-4A5B-A03B-DDCA34F8B12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C80A5A-FE5E-87FE-3C9A-A1478EEFF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6D0CD6-FA3A-095A-1D59-59FF2E07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3C423-9645-4EB9-B6EB-128CEE82A0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758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6F281F-68B5-EAB7-43AF-4C549FAA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85068F-08A2-8952-E6D7-6E1826B3D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970E96-3FF9-B4F7-FFEB-CAF2B63B9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FBFF-E3C5-4A5B-A03B-DDCA34F8B12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7B250F-3DA4-FA74-ED95-1687A2143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2766DF-7F9B-F17D-504F-07B604591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3C423-9645-4EB9-B6EB-128CEE82A0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767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45D07C-C877-E255-68A3-4558CA396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EC5EC0-9307-7213-1822-AAA2D5219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497AF-6774-6F14-C5F0-9086265F5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FBFF-E3C5-4A5B-A03B-DDCA34F8B12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76BFAB-4E8F-7F01-15B5-583ECB312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125641-C96C-FE8B-B18D-7EBBCF842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3C423-9645-4EB9-B6EB-128CEE82A0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756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24435-BC11-FDA0-7B57-C3BEA5291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FE66D7-6DB3-D08B-FD87-EF8821A4E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FEACEB-B363-1FB4-8A56-17697A8F4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FCA850-8420-46CA-7962-F616072D2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FBFF-E3C5-4A5B-A03B-DDCA34F8B12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FB2F7B-6A02-4561-8992-D2C7C8B0C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CEC986-81ED-F049-4536-ACB510C2C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3C423-9645-4EB9-B6EB-128CEE82A0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6350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05016-53C7-31D1-12B9-8055ACEE0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874819-C4F9-A268-5E2C-599B093C7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93E6AC-B9AB-AD70-FF7C-68B291934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F587BA6-4783-CF61-7B6E-D2E4933D22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F001AF-7484-08CF-DFEC-B6EF2A9D61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B6E807-13E4-BA46-3E1E-3E70B1F0A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FBFF-E3C5-4A5B-A03B-DDCA34F8B12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587F5D9-0397-0678-0C31-CFEBAA6B2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D22AD4-72DF-6CCD-3CF3-0A2D7F107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3C423-9645-4EB9-B6EB-128CEE82A0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160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09C341-B78B-9F9E-BCE3-19A873E5C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9D8D213-FDBF-5506-4CF2-3BA65DA17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FBFF-E3C5-4A5B-A03B-DDCA34F8B12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639AFA-81E1-E269-6B04-0E8C29D1C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6F0F06-1B89-7935-2A58-23CCEDC43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3C423-9645-4EB9-B6EB-128CEE82A0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796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7BD4E4-22D8-5318-5C0C-CB2FBD3A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FBFF-E3C5-4A5B-A03B-DDCA34F8B12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64E2F1C-DD92-9DBF-D0E0-437CB1744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9EF4C8-35FC-FB4A-8689-660DB5613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3C423-9645-4EB9-B6EB-128CEE82A0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684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5ADCB3-58E1-2405-2068-2975D08C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644EC5-4E24-C6CD-D4DF-0DB365B2F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B1A16D-4E29-926C-44C7-0661B8E53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80C666-1B54-AD65-DEE7-877719AA9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FBFF-E3C5-4A5B-A03B-DDCA34F8B12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2B7017-336A-14BC-FA1A-E03926D03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C0EAAA-682D-09CD-6072-BC73FCB87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3C423-9645-4EB9-B6EB-128CEE82A0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64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E80D03-BC71-38A9-6273-622E5B4A1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2D4AFD6-1E70-CEB6-E86C-DAD70BD625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8EEC33-F283-89E7-115D-8ABE64C51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9DE928-9DAC-2375-791F-83C899803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FBFF-E3C5-4A5B-A03B-DDCA34F8B12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231652-D5E6-D143-DA1F-A28A4C8ED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E010B5-8D17-AB4E-0280-43FE2A63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3C423-9645-4EB9-B6EB-128CEE82A0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323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C3541-038D-3266-509F-FBD83B72E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7C04EE-8507-F993-4889-147815C87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EE65C3-73F5-1D64-CB76-7B2C8332B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FBFF-E3C5-4A5B-A03B-DDCA34F8B12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987763-30B9-51B8-C0A6-A24D664D8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9ACE93-91F9-69AF-025C-50DE2E46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3C423-9645-4EB9-B6EB-128CEE82A0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24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358FE88-DD81-BE21-094F-AD2C188246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FC93AE-1732-78D3-B3A5-DF3FB1F8C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AB8055-414B-DD62-4FD1-CE0A68C0B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FBFF-E3C5-4A5B-A03B-DDCA34F8B12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DC3D42-0F5A-F78F-A435-852C6A9D0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BD5C8A-A779-4DD3-BD3B-9E427C82D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43C423-9645-4EB9-B6EB-128CEE82A0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40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00EEA6-E82D-ECBC-7609-4254870E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727947-CE5F-8578-A833-3D57A90FF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A53967-DA22-A141-4E9C-4EF9860072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AFBFF-E3C5-4A5B-A03B-DDCA34F8B122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6EB194-8C5A-9A09-0F4C-39DA0537B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0055FE-091A-EA69-3641-04284D7A5A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3C423-9645-4EB9-B6EB-128CEE82A0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727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F5FDA38-2089-3E7C-A032-693A0BC27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7374"/>
            <a:ext cx="12192000" cy="624062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C2C002D-3D98-7077-C7B3-39546A654182}"/>
              </a:ext>
            </a:extLst>
          </p:cNvPr>
          <p:cNvSpPr txBox="1"/>
          <p:nvPr/>
        </p:nvSpPr>
        <p:spPr>
          <a:xfrm>
            <a:off x="361740" y="224229"/>
            <a:ext cx="1416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105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2E1C619-10F0-9D95-C280-6BEEFB2814F7}"/>
              </a:ext>
            </a:extLst>
          </p:cNvPr>
          <p:cNvSpPr txBox="1"/>
          <p:nvPr/>
        </p:nvSpPr>
        <p:spPr>
          <a:xfrm>
            <a:off x="361740" y="224229"/>
            <a:ext cx="1416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E0427FD-DEF3-1D13-B957-A986B753D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3561"/>
            <a:ext cx="12192000" cy="624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208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</Words>
  <Application>Microsoft Office PowerPoint</Application>
  <PresentationFormat>宽屏</PresentationFormat>
  <Paragraphs>3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2636181604@qq.com</dc:creator>
  <cp:lastModifiedBy>2636181604@qq.com</cp:lastModifiedBy>
  <cp:revision>2</cp:revision>
  <dcterms:created xsi:type="dcterms:W3CDTF">2026-05-26T02:10:51Z</dcterms:created>
  <dcterms:modified xsi:type="dcterms:W3CDTF">2026-05-26T02:13:07Z</dcterms:modified>
</cp:coreProperties>
</file>